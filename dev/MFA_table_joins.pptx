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7" r:id="rId5"/>
    <p:sldId id="268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F3537-259B-4121-BEBA-A217C3B649A0}" v="18" dt="2026-08-21T19:41:26.4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 sldOrd">
      <pc:chgData name="Nathan, Lucas (DNR)" userId="96837891-6aae-41c1-b905-2f597761f76b" providerId="ADAL" clId="{F64F8652-B73F-49BC-A105-17EA9971C31A}" dt="2026-08-21T19:41:26.489" v="1027"/>
      <pc:docMkLst>
        <pc:docMk/>
      </pc:docMkLst>
      <pc:sldChg chg="addSp delSp modSp mod">
        <pc:chgData name="Nathan, Lucas (DNR)" userId="96837891-6aae-41c1-b905-2f597761f76b" providerId="ADAL" clId="{F64F8652-B73F-49BC-A105-17EA9971C31A}" dt="2026-08-21T19:41:26.489" v="1027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8-21T19:13:01.470" v="890" actId="1076"/>
          <ac:spMkLst>
            <pc:docMk/>
            <pc:sldMk cId="4018073164" sldId="256"/>
            <ac:spMk id="3" creationId="{C83F8609-4D7A-AA38-F086-9E85B47A8159}"/>
          </ac:spMkLst>
        </pc:spChg>
        <pc:spChg chg="add del mod">
          <ac:chgData name="Nathan, Lucas (DNR)" userId="96837891-6aae-41c1-b905-2f597761f76b" providerId="ADAL" clId="{F64F8652-B73F-49BC-A105-17EA9971C31A}" dt="2026-08-21T19:11:18.196" v="877" actId="478"/>
          <ac:spMkLst>
            <pc:docMk/>
            <pc:sldMk cId="4018073164" sldId="256"/>
            <ac:spMk id="5" creationId="{D890C036-07EA-D474-9F02-C984D969ADEB}"/>
          </ac:spMkLst>
        </pc:spChg>
        <pc:spChg chg="mod">
          <ac:chgData name="Nathan, Lucas (DNR)" userId="96837891-6aae-41c1-b905-2f597761f76b" providerId="ADAL" clId="{F64F8652-B73F-49BC-A105-17EA9971C31A}" dt="2026-08-21T19:12:44.737" v="883" actId="1076"/>
          <ac:spMkLst>
            <pc:docMk/>
            <pc:sldMk cId="4018073164" sldId="256"/>
            <ac:spMk id="7" creationId="{4FE9BE98-0136-BEEC-A5C5-767111FEA440}"/>
          </ac:spMkLst>
        </pc:spChg>
        <pc:spChg chg="add mod">
          <ac:chgData name="Nathan, Lucas (DNR)" userId="96837891-6aae-41c1-b905-2f597761f76b" providerId="ADAL" clId="{F64F8652-B73F-49BC-A105-17EA9971C31A}" dt="2026-08-21T19:15:31.781" v="928" actId="20577"/>
          <ac:spMkLst>
            <pc:docMk/>
            <pc:sldMk cId="4018073164" sldId="256"/>
            <ac:spMk id="35" creationId="{8B85A523-01A2-1DA7-72C4-D28D66DEECBB}"/>
          </ac:spMkLst>
        </pc:spChg>
        <pc:spChg chg="add mod">
          <ac:chgData name="Nathan, Lucas (DNR)" userId="96837891-6aae-41c1-b905-2f597761f76b" providerId="ADAL" clId="{F64F8652-B73F-49BC-A105-17EA9971C31A}" dt="2026-08-21T19:15:49.776" v="947" actId="207"/>
          <ac:spMkLst>
            <pc:docMk/>
            <pc:sldMk cId="4018073164" sldId="256"/>
            <ac:spMk id="37" creationId="{4F3D3F9A-BD58-A8B4-D609-BC9D6BE92DE4}"/>
          </ac:spMkLst>
        </pc:spChg>
        <pc:spChg chg="del">
          <ac:chgData name="Nathan, Lucas (DNR)" userId="96837891-6aae-41c1-b905-2f597761f76b" providerId="ADAL" clId="{F64F8652-B73F-49BC-A105-17EA9971C31A}" dt="2026-08-21T19:16:45.677" v="948" actId="478"/>
          <ac:spMkLst>
            <pc:docMk/>
            <pc:sldMk cId="4018073164" sldId="256"/>
            <ac:spMk id="113" creationId="{E4F7837C-465A-CE42-65C5-756BC6581BBA}"/>
          </ac:spMkLst>
        </pc:spChg>
        <pc:spChg chg="mod">
          <ac:chgData name="Nathan, Lucas (DNR)" userId="96837891-6aae-41c1-b905-2f597761f76b" providerId="ADAL" clId="{F64F8652-B73F-49BC-A105-17EA9971C31A}" dt="2026-08-21T19:12:36.084" v="879" actId="1076"/>
          <ac:spMkLst>
            <pc:docMk/>
            <pc:sldMk cId="4018073164" sldId="256"/>
            <ac:spMk id="114" creationId="{22A466D5-AAD0-3071-6965-5C1B6750E217}"/>
          </ac:spMkLst>
        </pc:spChg>
        <pc:spChg chg="mod">
          <ac:chgData name="Nathan, Lucas (DNR)" userId="96837891-6aae-41c1-b905-2f597761f76b" providerId="ADAL" clId="{F64F8652-B73F-49BC-A105-17EA9971C31A}" dt="2026-08-21T19:41:26.489" v="1027"/>
          <ac:spMkLst>
            <pc:docMk/>
            <pc:sldMk cId="4018073164" sldId="256"/>
            <ac:spMk id="115" creationId="{35491D12-1809-8137-CC33-DAD53068DEB8}"/>
          </ac:spMkLst>
        </pc:spChg>
        <pc:spChg chg="mod">
          <ac:chgData name="Nathan, Lucas (DNR)" userId="96837891-6aae-41c1-b905-2f597761f76b" providerId="ADAL" clId="{F64F8652-B73F-49BC-A105-17EA9971C31A}" dt="2026-08-21T19:14:31.176" v="894" actId="207"/>
          <ac:spMkLst>
            <pc:docMk/>
            <pc:sldMk cId="4018073164" sldId="256"/>
            <ac:spMk id="131" creationId="{0F4BA67F-0E14-F6A5-745D-BF7DA8036AB2}"/>
          </ac:spMkLst>
        </pc:spChg>
        <pc:spChg chg="mod">
          <ac:chgData name="Nathan, Lucas (DNR)" userId="96837891-6aae-41c1-b905-2f597761f76b" providerId="ADAL" clId="{F64F8652-B73F-49BC-A105-17EA9971C31A}" dt="2026-08-21T19:13:04.405" v="892" actId="1076"/>
          <ac:spMkLst>
            <pc:docMk/>
            <pc:sldMk cId="4018073164" sldId="256"/>
            <ac:spMk id="134" creationId="{71B0AA02-42DC-A02A-5D95-F1E49F6BBBB7}"/>
          </ac:spMkLst>
        </pc:spChg>
        <pc:spChg chg="mod">
          <ac:chgData name="Nathan, Lucas (DNR)" userId="96837891-6aae-41c1-b905-2f597761f76b" providerId="ADAL" clId="{F64F8652-B73F-49BC-A105-17EA9971C31A}" dt="2026-08-21T19:13:02.732" v="891" actId="1076"/>
          <ac:spMkLst>
            <pc:docMk/>
            <pc:sldMk cId="4018073164" sldId="256"/>
            <ac:spMk id="146" creationId="{243A9D08-314D-3FF0-8773-EA0BED2236E8}"/>
          </ac:spMkLst>
        </pc:spChg>
        <pc:cxnChg chg="add mod">
          <ac:chgData name="Nathan, Lucas (DNR)" userId="96837891-6aae-41c1-b905-2f597761f76b" providerId="ADAL" clId="{F64F8652-B73F-49BC-A105-17EA9971C31A}" dt="2026-08-21T19:13:02.732" v="891" actId="1076"/>
          <ac:cxnSpMkLst>
            <pc:docMk/>
            <pc:sldMk cId="4018073164" sldId="256"/>
            <ac:cxnSpMk id="6" creationId="{6E5E4102-F999-0B05-BBF4-9FFA54A5074E}"/>
          </ac:cxnSpMkLst>
        </pc:cxnChg>
        <pc:cxnChg chg="mod">
          <ac:chgData name="Nathan, Lucas (DNR)" userId="96837891-6aae-41c1-b905-2f597761f76b" providerId="ADAL" clId="{F64F8652-B73F-49BC-A105-17EA9971C31A}" dt="2026-08-21T19:12:44.737" v="883" actId="1076"/>
          <ac:cxnSpMkLst>
            <pc:docMk/>
            <pc:sldMk cId="4018073164" sldId="256"/>
            <ac:cxnSpMk id="12" creationId="{81A26EC5-D573-533A-BC0E-C461C4C8848C}"/>
          </ac:cxnSpMkLst>
        </pc:cxnChg>
        <pc:cxnChg chg="mod">
          <ac:chgData name="Nathan, Lucas (DNR)" userId="96837891-6aae-41c1-b905-2f597761f76b" providerId="ADAL" clId="{F64F8652-B73F-49BC-A105-17EA9971C31A}" dt="2026-08-21T19:12:44.737" v="883" actId="1076"/>
          <ac:cxnSpMkLst>
            <pc:docMk/>
            <pc:sldMk cId="4018073164" sldId="256"/>
            <ac:cxnSpMk id="119" creationId="{E5FC0A42-AE9F-0B0B-485B-29F8C0298083}"/>
          </ac:cxnSpMkLst>
        </pc:cxnChg>
        <pc:cxnChg chg="mod">
          <ac:chgData name="Nathan, Lucas (DNR)" userId="96837891-6aae-41c1-b905-2f597761f76b" providerId="ADAL" clId="{F64F8652-B73F-49BC-A105-17EA9971C31A}" dt="2026-08-21T19:12:44.737" v="883" actId="1076"/>
          <ac:cxnSpMkLst>
            <pc:docMk/>
            <pc:sldMk cId="4018073164" sldId="256"/>
            <ac:cxnSpMk id="127" creationId="{4523B275-7E03-2157-6D4C-DDEFFA1D55B1}"/>
          </ac:cxnSpMkLst>
        </pc:cxnChg>
        <pc:cxnChg chg="mod">
          <ac:chgData name="Nathan, Lucas (DNR)" userId="96837891-6aae-41c1-b905-2f597761f76b" providerId="ADAL" clId="{F64F8652-B73F-49BC-A105-17EA9971C31A}" dt="2026-08-21T19:13:04.405" v="892" actId="1076"/>
          <ac:cxnSpMkLst>
            <pc:docMk/>
            <pc:sldMk cId="4018073164" sldId="256"/>
            <ac:cxnSpMk id="137" creationId="{72489654-A647-3A7F-4431-D5E48C7D81F8}"/>
          </ac:cxnSpMkLst>
        </pc:cxnChg>
        <pc:cxnChg chg="mod">
          <ac:chgData name="Nathan, Lucas (DNR)" userId="96837891-6aae-41c1-b905-2f597761f76b" providerId="ADAL" clId="{F64F8652-B73F-49BC-A105-17EA9971C31A}" dt="2026-08-21T19:13:01.470" v="890" actId="1076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modSp">
        <pc:chgData name="Nathan, Lucas (DNR)" userId="96837891-6aae-41c1-b905-2f597761f76b" providerId="ADAL" clId="{F64F8652-B73F-49BC-A105-17EA9971C31A}" dt="2026-08-20T18:59:17.783" v="653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8-20T18:59:17.783" v="653"/>
          <ac:spMkLst>
            <pc:docMk/>
            <pc:sldMk cId="3824178543" sldId="258"/>
            <ac:spMk id="2" creationId="{1036EC3D-1D78-C254-2687-3311AA086CE2}"/>
          </ac:spMkLst>
        </pc:spChg>
      </pc:sldChg>
      <pc:sldChg chg="addSp delSp modSp mod">
        <pc:chgData name="Nathan, Lucas (DNR)" userId="96837891-6aae-41c1-b905-2f597761f76b" providerId="ADAL" clId="{F64F8652-B73F-49BC-A105-17EA9971C31A}" dt="2026-08-21T19:17:42.158" v="1025" actId="478"/>
        <pc:sldMkLst>
          <pc:docMk/>
          <pc:sldMk cId="3322492765" sldId="261"/>
        </pc:sldMkLst>
        <pc:spChg chg="add del mod">
          <ac:chgData name="Nathan, Lucas (DNR)" userId="96837891-6aae-41c1-b905-2f597761f76b" providerId="ADAL" clId="{F64F8652-B73F-49BC-A105-17EA9971C31A}" dt="2026-08-21T19:17:42.158" v="1025" actId="478"/>
          <ac:spMkLst>
            <pc:docMk/>
            <pc:sldMk cId="3322492765" sldId="261"/>
            <ac:spMk id="2" creationId="{C800D204-BF40-0237-82EF-BAE3D1902204}"/>
          </ac:spMkLst>
        </pc:spChg>
        <pc:spChg chg="mod">
          <ac:chgData name="Nathan, Lucas (DNR)" userId="96837891-6aae-41c1-b905-2f597761f76b" providerId="ADAL" clId="{F64F8652-B73F-49BC-A105-17EA9971C31A}" dt="2026-08-20T18:59:01.779" v="651"/>
          <ac:spMkLst>
            <pc:docMk/>
            <pc:sldMk cId="3322492765" sldId="261"/>
            <ac:spMk id="74" creationId="{8794BFCB-0CD3-D62F-28BE-79835CCFE93C}"/>
          </ac:spMkLst>
        </pc:spChg>
      </pc:sldChg>
      <pc:sldChg chg="addSp del mod">
        <pc:chgData name="Nathan, Lucas (DNR)" userId="96837891-6aae-41c1-b905-2f597761f76b" providerId="ADAL" clId="{F64F8652-B73F-49BC-A105-17EA9971C31A}" dt="2026-08-21T19:14:47.895" v="897" actId="47"/>
        <pc:sldMkLst>
          <pc:docMk/>
          <pc:sldMk cId="796165095" sldId="263"/>
        </pc:sldMkLst>
        <pc:spChg chg="add">
          <ac:chgData name="Nathan, Lucas (DNR)" userId="96837891-6aae-41c1-b905-2f597761f76b" providerId="ADAL" clId="{F64F8652-B73F-49BC-A105-17EA9971C31A}" dt="2026-08-21T19:08:28.523" v="874" actId="22"/>
          <ac:spMkLst>
            <pc:docMk/>
            <pc:sldMk cId="796165095" sldId="263"/>
            <ac:spMk id="5" creationId="{0FF9D8AB-0F3E-D9FB-8109-515448EB5A73}"/>
          </ac:spMkLst>
        </pc:spChg>
      </pc:sldChg>
      <pc:sldChg chg="addSp del mod">
        <pc:chgData name="Nathan, Lucas (DNR)" userId="96837891-6aae-41c1-b905-2f597761f76b" providerId="ADAL" clId="{F64F8652-B73F-49BC-A105-17EA9971C31A}" dt="2026-08-21T19:14:45.887" v="895" actId="47"/>
        <pc:sldMkLst>
          <pc:docMk/>
          <pc:sldMk cId="26251068" sldId="264"/>
        </pc:sldMkLst>
        <pc:spChg chg="add">
          <ac:chgData name="Nathan, Lucas (DNR)" userId="96837891-6aae-41c1-b905-2f597761f76b" providerId="ADAL" clId="{F64F8652-B73F-49BC-A105-17EA9971C31A}" dt="2026-08-21T19:14:14.143" v="893" actId="22"/>
          <ac:spMkLst>
            <pc:docMk/>
            <pc:sldMk cId="26251068" sldId="264"/>
            <ac:spMk id="3" creationId="{17396744-5A55-9118-5178-28CB01129175}"/>
          </ac:spMkLst>
        </pc:spChg>
      </pc:sldChg>
      <pc:sldChg chg="new del">
        <pc:chgData name="Nathan, Lucas (DNR)" userId="96837891-6aae-41c1-b905-2f597761f76b" providerId="ADAL" clId="{F64F8652-B73F-49BC-A105-17EA9971C31A}" dt="2026-08-20T18:57:47.114" v="621" actId="47"/>
        <pc:sldMkLst>
          <pc:docMk/>
          <pc:sldMk cId="1830833992" sldId="265"/>
        </pc:sldMkLst>
      </pc:sldChg>
      <pc:sldChg chg="modSp add del mod">
        <pc:chgData name="Nathan, Lucas (DNR)" userId="96837891-6aae-41c1-b905-2f597761f76b" providerId="ADAL" clId="{F64F8652-B73F-49BC-A105-17EA9971C31A}" dt="2026-08-20T18:58:25.079" v="644" actId="47"/>
        <pc:sldMkLst>
          <pc:docMk/>
          <pc:sldMk cId="3682069085" sldId="266"/>
        </pc:sldMkLst>
        <pc:spChg chg="mod">
          <ac:chgData name="Nathan, Lucas (DNR)" userId="96837891-6aae-41c1-b905-2f597761f76b" providerId="ADAL" clId="{F64F8652-B73F-49BC-A105-17EA9971C31A}" dt="2026-08-20T18:57:57.334" v="641" actId="20577"/>
          <ac:spMkLst>
            <pc:docMk/>
            <pc:sldMk cId="3682069085" sldId="266"/>
            <ac:spMk id="4" creationId="{08866912-E5BA-9807-9452-B225735480EE}"/>
          </ac:spMkLst>
        </pc:spChg>
      </pc:sldChg>
      <pc:sldChg chg="delSp modSp add mod ord">
        <pc:chgData name="Nathan, Lucas (DNR)" userId="96837891-6aae-41c1-b905-2f597761f76b" providerId="ADAL" clId="{F64F8652-B73F-49BC-A105-17EA9971C31A}" dt="2026-08-21T18:43:53.668" v="797" actId="115"/>
        <pc:sldMkLst>
          <pc:docMk/>
          <pc:sldMk cId="1454144528" sldId="267"/>
        </pc:sldMkLst>
        <pc:spChg chg="mod">
          <ac:chgData name="Nathan, Lucas (DNR)" userId="96837891-6aae-41c1-b905-2f597761f76b" providerId="ADAL" clId="{F64F8652-B73F-49BC-A105-17EA9971C31A}" dt="2026-08-20T18:59:51.633" v="655" actId="20577"/>
          <ac:spMkLst>
            <pc:docMk/>
            <pc:sldMk cId="1454144528" sldId="267"/>
            <ac:spMk id="4" creationId="{94F933C4-A647-0DA0-5236-83D00C7AC93A}"/>
          </ac:spMkLst>
        </pc:spChg>
        <pc:spChg chg="del">
          <ac:chgData name="Nathan, Lucas (DNR)" userId="96837891-6aae-41c1-b905-2f597761f76b" providerId="ADAL" clId="{F64F8652-B73F-49BC-A105-17EA9971C31A}" dt="2026-08-20T18:58:26.814" v="645" actId="478"/>
          <ac:spMkLst>
            <pc:docMk/>
            <pc:sldMk cId="1454144528" sldId="267"/>
            <ac:spMk id="5" creationId="{6A356268-4562-647A-FBBC-74631ADD2549}"/>
          </ac:spMkLst>
        </pc:spChg>
        <pc:spChg chg="del">
          <ac:chgData name="Nathan, Lucas (DNR)" userId="96837891-6aae-41c1-b905-2f597761f76b" providerId="ADAL" clId="{F64F8652-B73F-49BC-A105-17EA9971C31A}" dt="2026-08-20T18:58:29.974" v="648" actId="478"/>
          <ac:spMkLst>
            <pc:docMk/>
            <pc:sldMk cId="1454144528" sldId="267"/>
            <ac:spMk id="12" creationId="{D1C4419D-EE87-1A4A-6F47-B3A5BF0A523B}"/>
          </ac:spMkLst>
        </pc:spChg>
        <pc:spChg chg="mod">
          <ac:chgData name="Nathan, Lucas (DNR)" userId="96837891-6aae-41c1-b905-2f597761f76b" providerId="ADAL" clId="{F64F8652-B73F-49BC-A105-17EA9971C31A}" dt="2026-08-21T18:43:53.668" v="797" actId="115"/>
          <ac:spMkLst>
            <pc:docMk/>
            <pc:sldMk cId="1454144528" sldId="267"/>
            <ac:spMk id="13" creationId="{5739946C-9A4D-7611-F89B-0C4B17EA0446}"/>
          </ac:spMkLst>
        </pc:spChg>
        <pc:spChg chg="mod">
          <ac:chgData name="Nathan, Lucas (DNR)" userId="96837891-6aae-41c1-b905-2f597761f76b" providerId="ADAL" clId="{F64F8652-B73F-49BC-A105-17EA9971C31A}" dt="2026-08-20T18:58:57.064" v="650"/>
          <ac:spMkLst>
            <pc:docMk/>
            <pc:sldMk cId="1454144528" sldId="267"/>
            <ac:spMk id="74" creationId="{2FA0CD76-DB46-C196-D4C5-340484EE2E9D}"/>
          </ac:spMkLst>
        </pc:spChg>
        <pc:cxnChg chg="del mod">
          <ac:chgData name="Nathan, Lucas (DNR)" userId="96837891-6aae-41c1-b905-2f597761f76b" providerId="ADAL" clId="{F64F8652-B73F-49BC-A105-17EA9971C31A}" dt="2026-08-20T18:58:27.734" v="646" actId="478"/>
          <ac:cxnSpMkLst>
            <pc:docMk/>
            <pc:sldMk cId="1454144528" sldId="267"/>
            <ac:cxnSpMk id="8" creationId="{3830FE5E-72A3-EF3A-2CD6-3F4A83B03528}"/>
          </ac:cxnSpMkLst>
        </pc:cxnChg>
        <pc:cxnChg chg="del mod">
          <ac:chgData name="Nathan, Lucas (DNR)" userId="96837891-6aae-41c1-b905-2f597761f76b" providerId="ADAL" clId="{F64F8652-B73F-49BC-A105-17EA9971C31A}" dt="2026-08-20T18:58:28.324" v="647" actId="478"/>
          <ac:cxnSpMkLst>
            <pc:docMk/>
            <pc:sldMk cId="1454144528" sldId="267"/>
            <ac:cxnSpMk id="14" creationId="{1D86613C-B5CD-789F-B350-CB022CFB9AAC}"/>
          </ac:cxnSpMkLst>
        </pc:cxnChg>
        <pc:cxnChg chg="del mod">
          <ac:chgData name="Nathan, Lucas (DNR)" userId="96837891-6aae-41c1-b905-2f597761f76b" providerId="ADAL" clId="{F64F8652-B73F-49BC-A105-17EA9971C31A}" dt="2026-08-20T18:58:30.574" v="649" actId="478"/>
          <ac:cxnSpMkLst>
            <pc:docMk/>
            <pc:sldMk cId="1454144528" sldId="267"/>
            <ac:cxnSpMk id="15" creationId="{7F29F53F-61B8-09AC-0D51-C9865DE4FD46}"/>
          </ac:cxnSpMkLst>
        </pc:cxnChg>
      </pc:sldChg>
      <pc:sldChg chg="delSp modSp add mod">
        <pc:chgData name="Nathan, Lucas (DNR)" userId="96837891-6aae-41c1-b905-2f597761f76b" providerId="ADAL" clId="{F64F8652-B73F-49BC-A105-17EA9971C31A}" dt="2026-08-21T18:43:26.124" v="796" actId="1076"/>
        <pc:sldMkLst>
          <pc:docMk/>
          <pc:sldMk cId="158936071" sldId="268"/>
        </pc:sldMkLst>
        <pc:spChg chg="mod">
          <ac:chgData name="Nathan, Lucas (DNR)" userId="96837891-6aae-41c1-b905-2f597761f76b" providerId="ADAL" clId="{F64F8652-B73F-49BC-A105-17EA9971C31A}" dt="2026-08-21T18:41:24.432" v="663" actId="20577"/>
          <ac:spMkLst>
            <pc:docMk/>
            <pc:sldMk cId="158936071" sldId="268"/>
            <ac:spMk id="4" creationId="{6CADB27A-A354-2A95-0493-8B923E5DBA81}"/>
          </ac:spMkLst>
        </pc:spChg>
        <pc:spChg chg="del">
          <ac:chgData name="Nathan, Lucas (DNR)" userId="96837891-6aae-41c1-b905-2f597761f76b" providerId="ADAL" clId="{F64F8652-B73F-49BC-A105-17EA9971C31A}" dt="2026-08-21T18:42:00.621" v="685" actId="478"/>
          <ac:spMkLst>
            <pc:docMk/>
            <pc:sldMk cId="158936071" sldId="268"/>
            <ac:spMk id="7" creationId="{5EB89ACF-4455-C393-F521-238F3CA0EF4E}"/>
          </ac:spMkLst>
        </pc:spChg>
        <pc:spChg chg="del">
          <ac:chgData name="Nathan, Lucas (DNR)" userId="96837891-6aae-41c1-b905-2f597761f76b" providerId="ADAL" clId="{F64F8652-B73F-49BC-A105-17EA9971C31A}" dt="2026-08-21T18:43:21.828" v="795" actId="478"/>
          <ac:spMkLst>
            <pc:docMk/>
            <pc:sldMk cId="158936071" sldId="268"/>
            <ac:spMk id="11" creationId="{A3F364C1-357B-65BE-6FBC-1D8A9431288D}"/>
          </ac:spMkLst>
        </pc:spChg>
        <pc:spChg chg="mod">
          <ac:chgData name="Nathan, Lucas (DNR)" userId="96837891-6aae-41c1-b905-2f597761f76b" providerId="ADAL" clId="{F64F8652-B73F-49BC-A105-17EA9971C31A}" dt="2026-08-21T18:43:26.124" v="796" actId="1076"/>
          <ac:spMkLst>
            <pc:docMk/>
            <pc:sldMk cId="158936071" sldId="268"/>
            <ac:spMk id="13" creationId="{2079E76D-952B-11A9-1116-CD85142B68BB}"/>
          </ac:spMkLst>
        </pc:spChg>
        <pc:spChg chg="mod">
          <ac:chgData name="Nathan, Lucas (DNR)" userId="96837891-6aae-41c1-b905-2f597761f76b" providerId="ADAL" clId="{F64F8652-B73F-49BC-A105-17EA9971C31A}" dt="2026-08-21T18:42:05.475" v="689" actId="1076"/>
          <ac:spMkLst>
            <pc:docMk/>
            <pc:sldMk cId="158936071" sldId="268"/>
            <ac:spMk id="19" creationId="{03579F9D-D5C9-CD07-D7FB-4B0CB3BA039D}"/>
          </ac:spMkLst>
        </pc:spChg>
        <pc:spChg chg="del">
          <ac:chgData name="Nathan, Lucas (DNR)" userId="96837891-6aae-41c1-b905-2f597761f76b" providerId="ADAL" clId="{F64F8652-B73F-49BC-A105-17EA9971C31A}" dt="2026-08-21T18:41:37.255" v="664" actId="478"/>
          <ac:spMkLst>
            <pc:docMk/>
            <pc:sldMk cId="158936071" sldId="268"/>
            <ac:spMk id="38" creationId="{6534C19D-47CE-60FF-A968-A9CB256A61D9}"/>
          </ac:spMkLst>
        </pc:spChg>
        <pc:spChg chg="del">
          <ac:chgData name="Nathan, Lucas (DNR)" userId="96837891-6aae-41c1-b905-2f597761f76b" providerId="ADAL" clId="{F64F8652-B73F-49BC-A105-17EA9971C31A}" dt="2026-08-21T18:41:38.292" v="665" actId="478"/>
          <ac:spMkLst>
            <pc:docMk/>
            <pc:sldMk cId="158936071" sldId="268"/>
            <ac:spMk id="74" creationId="{A2885D8F-AB6F-E6B6-6DCA-77E9EB1DA027}"/>
          </ac:spMkLst>
        </pc:spChg>
        <pc:cxnChg chg="del mod">
          <ac:chgData name="Nathan, Lucas (DNR)" userId="96837891-6aae-41c1-b905-2f597761f76b" providerId="ADAL" clId="{F64F8652-B73F-49BC-A105-17EA9971C31A}" dt="2026-08-21T18:43:21.125" v="794" actId="478"/>
          <ac:cxnSpMkLst>
            <pc:docMk/>
            <pc:sldMk cId="158936071" sldId="268"/>
            <ac:cxnSpMk id="20" creationId="{D0C04736-052D-0E77-AC33-129B3EA833AF}"/>
          </ac:cxnSpMkLst>
        </pc:cxnChg>
        <pc:cxnChg chg="del mod">
          <ac:chgData name="Nathan, Lucas (DNR)" userId="96837891-6aae-41c1-b905-2f597761f76b" providerId="ADAL" clId="{F64F8652-B73F-49BC-A105-17EA9971C31A}" dt="2026-08-21T18:42:03.122" v="688" actId="478"/>
          <ac:cxnSpMkLst>
            <pc:docMk/>
            <pc:sldMk cId="158936071" sldId="268"/>
            <ac:cxnSpMk id="41" creationId="{5CE21E72-8B27-4C98-F075-B547C295B6AB}"/>
          </ac:cxnSpMkLst>
        </pc:cxnChg>
        <pc:cxnChg chg="mod">
          <ac:chgData name="Nathan, Lucas (DNR)" userId="96837891-6aae-41c1-b905-2f597761f76b" providerId="ADAL" clId="{F64F8652-B73F-49BC-A105-17EA9971C31A}" dt="2026-08-21T18:43:26.124" v="796" actId="1076"/>
          <ac:cxnSpMkLst>
            <pc:docMk/>
            <pc:sldMk cId="158936071" sldId="268"/>
            <ac:cxnSpMk id="44" creationId="{263CA7C3-AE98-69BE-AC0A-6A4141EBCDEA}"/>
          </ac:cxnSpMkLst>
        </pc:cxnChg>
        <pc:cxnChg chg="del mod">
          <ac:chgData name="Nathan, Lucas (DNR)" userId="96837891-6aae-41c1-b905-2f597761f76b" providerId="ADAL" clId="{F64F8652-B73F-49BC-A105-17EA9971C31A}" dt="2026-08-21T18:42:02.692" v="687" actId="478"/>
          <ac:cxnSpMkLst>
            <pc:docMk/>
            <pc:sldMk cId="158936071" sldId="268"/>
            <ac:cxnSpMk id="78" creationId="{F9212A6A-2CDE-7B08-9C4B-9AB5EA408455}"/>
          </ac:cxnSpMkLst>
        </pc:cxnChg>
        <pc:cxnChg chg="del mod">
          <ac:chgData name="Nathan, Lucas (DNR)" userId="96837891-6aae-41c1-b905-2f597761f76b" providerId="ADAL" clId="{F64F8652-B73F-49BC-A105-17EA9971C31A}" dt="2026-08-21T18:42:02.262" v="686" actId="478"/>
          <ac:cxnSpMkLst>
            <pc:docMk/>
            <pc:sldMk cId="158936071" sldId="268"/>
            <ac:cxnSpMk id="93" creationId="{6BE08011-8016-4EC8-8E6A-4F9E2E2CD86E}"/>
          </ac:cxnSpMkLst>
        </pc:cxnChg>
      </pc:sldChg>
      <pc:sldChg chg="addSp modSp add del mod">
        <pc:chgData name="Nathan, Lucas (DNR)" userId="96837891-6aae-41c1-b905-2f597761f76b" providerId="ADAL" clId="{F64F8652-B73F-49BC-A105-17EA9971C31A}" dt="2026-08-21T19:14:46.905" v="896" actId="47"/>
        <pc:sldMkLst>
          <pc:docMk/>
          <pc:sldMk cId="3276788366" sldId="269"/>
        </pc:sldMkLst>
        <pc:spChg chg="add mod">
          <ac:chgData name="Nathan, Lucas (DNR)" userId="96837891-6aae-41c1-b905-2f597761f76b" providerId="ADAL" clId="{F64F8652-B73F-49BC-A105-17EA9971C31A}" dt="2026-08-21T18:59:50.084" v="873" actId="1076"/>
          <ac:spMkLst>
            <pc:docMk/>
            <pc:sldMk cId="3276788366" sldId="269"/>
            <ac:spMk id="3" creationId="{A976EF1F-E925-4E9F-C8C9-62BD18B6F7C1}"/>
          </ac:spMkLst>
        </pc:spChg>
        <pc:spChg chg="mod">
          <ac:chgData name="Nathan, Lucas (DNR)" userId="96837891-6aae-41c1-b905-2f597761f76b" providerId="ADAL" clId="{F64F8652-B73F-49BC-A105-17EA9971C31A}" dt="2026-08-21T18:44:28.701" v="813" actId="20577"/>
          <ac:spMkLst>
            <pc:docMk/>
            <pc:sldMk cId="3276788366" sldId="269"/>
            <ac:spMk id="4" creationId="{0059EC47-C72C-6265-645E-0CDB99C5EA1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4798"/>
            <a:ext cx="977895" cy="44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7" idx="4"/>
            <a:endCxn id="131" idx="0"/>
          </p:cNvCxnSpPr>
          <p:nvPr/>
        </p:nvCxnSpPr>
        <p:spPr>
          <a:xfrm>
            <a:off x="2391560" y="4304798"/>
            <a:ext cx="1718473" cy="527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8534407" y="4525932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4462471" cy="1478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3" idx="0"/>
          </p:cNvCxnSpPr>
          <p:nvPr/>
        </p:nvCxnSpPr>
        <p:spPr>
          <a:xfrm>
            <a:off x="5337969" y="3047462"/>
            <a:ext cx="758031" cy="525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5540368" y="5023706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1570427" y="3125286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2391560" y="3047462"/>
            <a:ext cx="2946409" cy="77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1">
            <a:extLst>
              <a:ext uri="{FF2B5EF4-FFF2-40B4-BE49-F238E27FC236}">
                <a16:creationId xmlns:a16="http://schemas.microsoft.com/office/drawing/2014/main" id="{C83F8609-4D7A-AA38-F086-9E85B47A8159}"/>
              </a:ext>
            </a:extLst>
          </p:cNvPr>
          <p:cNvSpPr/>
          <p:nvPr/>
        </p:nvSpPr>
        <p:spPr>
          <a:xfrm>
            <a:off x="5274867" y="3573081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5E4102-F999-0B05-BBF4-9FFA54A5074E}"/>
              </a:ext>
            </a:extLst>
          </p:cNvPr>
          <p:cNvCxnSpPr>
            <a:cxnSpLocks/>
            <a:stCxn id="3" idx="4"/>
            <a:endCxn id="146" idx="0"/>
          </p:cNvCxnSpPr>
          <p:nvPr/>
        </p:nvCxnSpPr>
        <p:spPr>
          <a:xfrm>
            <a:off x="6096000" y="4752593"/>
            <a:ext cx="710401" cy="271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1">
            <a:extLst>
              <a:ext uri="{FF2B5EF4-FFF2-40B4-BE49-F238E27FC236}">
                <a16:creationId xmlns:a16="http://schemas.microsoft.com/office/drawing/2014/main" id="{8B85A523-01A2-1DA7-72C4-D28D66DEECBB}"/>
              </a:ext>
            </a:extLst>
          </p:cNvPr>
          <p:cNvSpPr/>
          <p:nvPr/>
        </p:nvSpPr>
        <p:spPr>
          <a:xfrm>
            <a:off x="10565601" y="321559"/>
            <a:ext cx="1352080" cy="83099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kern="100" dirty="0">
                <a:solidFill>
                  <a:schemeClr val="tx1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Summary functions</a:t>
            </a:r>
          </a:p>
        </p:txBody>
      </p:sp>
      <p:sp>
        <p:nvSpPr>
          <p:cNvPr id="37" name="Oval 1">
            <a:extLst>
              <a:ext uri="{FF2B5EF4-FFF2-40B4-BE49-F238E27FC236}">
                <a16:creationId xmlns:a16="http://schemas.microsoft.com/office/drawing/2014/main" id="{4F3D3F9A-BD58-A8B4-D609-BC9D6BE92DE4}"/>
              </a:ext>
            </a:extLst>
          </p:cNvPr>
          <p:cNvSpPr/>
          <p:nvPr/>
        </p:nvSpPr>
        <p:spPr>
          <a:xfrm>
            <a:off x="9213521" y="328961"/>
            <a:ext cx="1352080" cy="830997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kern="100" dirty="0">
                <a:solidFill>
                  <a:schemeClr val="tx1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Join functions</a:t>
            </a:r>
          </a:p>
        </p:txBody>
      </p: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EA61-8E07-EF03-43A0-1AB40497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933C4-A647-0DA0-5236-83D00C7A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lengthFreqByEffort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2E343D64-34F6-9150-4CEB-C31B05E8638A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5739946C-9A4D-7611-F89B-0C4B17EA0446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8" name="Oval 1">
            <a:extLst>
              <a:ext uri="{FF2B5EF4-FFF2-40B4-BE49-F238E27FC236}">
                <a16:creationId xmlns:a16="http://schemas.microsoft.com/office/drawing/2014/main" id="{A6BF9572-7A97-DD4E-7750-47DDCEC66EDD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3E9AB1-0A30-2655-9645-9FC486FFAA54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77D6A6-3A5F-6947-00CC-52BFA252B90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2FA0CD76-DB46-C196-D4C5-340484EE2E9D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3330A2B-926D-C6D3-0F2F-289098FEFD85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14E1EE5-B8F4-0384-53D7-9F6889886BBE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98E4A45-0018-5F03-5065-F0A923C330A4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9" name="Oval 1">
            <a:extLst>
              <a:ext uri="{FF2B5EF4-FFF2-40B4-BE49-F238E27FC236}">
                <a16:creationId xmlns:a16="http://schemas.microsoft.com/office/drawing/2014/main" id="{FBA945CC-AEDD-0620-C24B-67113119B74E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35B0AB-F975-EC12-028C-C8C4073DD8AA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44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EC770-ABF2-E7DB-48BD-27DD73AA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ADB27A-A354-2A95-0493-8B923E5DB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RSD</a:t>
            </a: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2079E76D-952B-11A9-1116-CD85142B68BB}"/>
              </a:ext>
            </a:extLst>
          </p:cNvPr>
          <p:cNvSpPr/>
          <p:nvPr/>
        </p:nvSpPr>
        <p:spPr>
          <a:xfrm>
            <a:off x="2924096" y="3673156"/>
            <a:ext cx="2266949" cy="1618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Gabelhouse_RSD_lengths.csv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Stock.in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Quality.in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Preferred.in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Memorable.in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Trophy.in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63CA7C3-AE98-69BE-AC0A-6A4141EBCDEA}"/>
              </a:ext>
            </a:extLst>
          </p:cNvPr>
          <p:cNvCxnSpPr>
            <a:cxnSpLocks/>
            <a:stCxn id="19" idx="4"/>
            <a:endCxn id="13" idx="0"/>
          </p:cNvCxnSpPr>
          <p:nvPr/>
        </p:nvCxnSpPr>
        <p:spPr>
          <a:xfrm>
            <a:off x="4040188" y="2675473"/>
            <a:ext cx="17383" cy="997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03579F9D-D5C9-CD07-D7FB-4B0CB3BA039D}"/>
              </a:ext>
            </a:extLst>
          </p:cNvPr>
          <p:cNvSpPr/>
          <p:nvPr/>
        </p:nvSpPr>
        <p:spPr>
          <a:xfrm>
            <a:off x="3282156" y="1495961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36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200</Words>
  <Application>Microsoft Office PowerPoint</Application>
  <PresentationFormat>Widescreen</PresentationFormat>
  <Paragraphs>131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lengthFreqByEffort</vt:lpstr>
      <vt:lpstr>RSD</vt:lpstr>
      <vt:lpstr>Age_length_summary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2026-08-21T19:41:33Z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