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3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1603EB-896B-47D6-9EA3-975A2DE2B083}" v="15" dt="2026-06-29T20:57:57.3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, Lucas (DNR)" userId="96837891-6aae-41c1-b905-2f597761f76b" providerId="ADAL" clId="{F64F8652-B73F-49BC-A105-17EA9971C31A}"/>
    <pc:docChg chg="undo custSel addSld delSld modSld">
      <pc:chgData name="Nathan, Lucas (DNR)" userId="96837891-6aae-41c1-b905-2f597761f76b" providerId="ADAL" clId="{F64F8652-B73F-49BC-A105-17EA9971C31A}" dt="2026-06-29T20:57:58.912" v="307" actId="1076"/>
      <pc:docMkLst>
        <pc:docMk/>
      </pc:docMkLst>
      <pc:sldChg chg="addSp delSp modSp mod">
        <pc:chgData name="Nathan, Lucas (DNR)" userId="96837891-6aae-41c1-b905-2f597761f76b" providerId="ADAL" clId="{F64F8652-B73F-49BC-A105-17EA9971C31A}" dt="2026-06-29T20:41:55.147" v="259" actId="1076"/>
        <pc:sldMkLst>
          <pc:docMk/>
          <pc:sldMk cId="4018073164" sldId="256"/>
        </pc:sldMkLst>
        <pc:spChg chg="add mod">
          <ac:chgData name="Nathan, Lucas (DNR)" userId="96837891-6aae-41c1-b905-2f597761f76b" providerId="ADAL" clId="{F64F8652-B73F-49BC-A105-17EA9971C31A}" dt="2026-06-29T20:41:55.147" v="259" actId="1076"/>
          <ac:spMkLst>
            <pc:docMk/>
            <pc:sldMk cId="4018073164" sldId="256"/>
            <ac:spMk id="7" creationId="{4FE9BE98-0136-BEEC-A5C5-767111FEA440}"/>
          </ac:spMkLst>
        </pc:spChg>
        <pc:spChg chg="del">
          <ac:chgData name="Nathan, Lucas (DNR)" userId="96837891-6aae-41c1-b905-2f597761f76b" providerId="ADAL" clId="{F64F8652-B73F-49BC-A105-17EA9971C31A}" dt="2026-06-29T19:32:11.823" v="14" actId="478"/>
          <ac:spMkLst>
            <pc:docMk/>
            <pc:sldMk cId="4018073164" sldId="256"/>
            <ac:spMk id="116" creationId="{58981A44-2D30-B03A-40AF-B4D55A7E46A4}"/>
          </ac:spMkLst>
        </pc:spChg>
        <pc:spChg chg="del">
          <ac:chgData name="Nathan, Lucas (DNR)" userId="96837891-6aae-41c1-b905-2f597761f76b" providerId="ADAL" clId="{F64F8652-B73F-49BC-A105-17EA9971C31A}" dt="2026-06-29T19:32:12.841" v="15" actId="478"/>
          <ac:spMkLst>
            <pc:docMk/>
            <pc:sldMk cId="4018073164" sldId="256"/>
            <ac:spMk id="117" creationId="{26B2E6BC-1735-4EF8-6CF5-FE1B71D9491D}"/>
          </ac:spMkLst>
        </pc:spChg>
        <pc:cxnChg chg="add 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2" creationId="{81A26EC5-D573-533A-BC0E-C461C4C8848C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19" creationId="{E5FC0A42-AE9F-0B0B-485B-29F8C0298083}"/>
          </ac:cxnSpMkLst>
        </pc:cxnChg>
        <pc:cxnChg chg="del mod">
          <ac:chgData name="Nathan, Lucas (DNR)" userId="96837891-6aae-41c1-b905-2f597761f76b" providerId="ADAL" clId="{F64F8652-B73F-49BC-A105-17EA9971C31A}" dt="2026-06-29T19:32:14.031" v="16" actId="478"/>
          <ac:cxnSpMkLst>
            <pc:docMk/>
            <pc:sldMk cId="4018073164" sldId="256"/>
            <ac:cxnSpMk id="124" creationId="{E5109F92-7FEE-64A0-E5A1-96C05482E3D8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27" creationId="{4523B275-7E03-2157-6D4C-DDEFFA1D55B1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37" creationId="{72489654-A647-3A7F-4431-D5E48C7D81F8}"/>
          </ac:cxnSpMkLst>
        </pc:cxnChg>
        <pc:cxnChg chg="mod">
          <ac:chgData name="Nathan, Lucas (DNR)" userId="96837891-6aae-41c1-b905-2f597761f76b" providerId="ADAL" clId="{F64F8652-B73F-49BC-A105-17EA9971C31A}" dt="2026-06-29T20:41:55.147" v="259" actId="1076"/>
          <ac:cxnSpMkLst>
            <pc:docMk/>
            <pc:sldMk cId="4018073164" sldId="256"/>
            <ac:cxnSpMk id="143" creationId="{BF46648B-8EDA-6C28-B5D0-4CED0A3094C8}"/>
          </ac:cxnSpMkLst>
        </pc:cxnChg>
      </pc:sldChg>
      <pc:sldChg chg="del">
        <pc:chgData name="Nathan, Lucas (DNR)" userId="96837891-6aae-41c1-b905-2f597761f76b" providerId="ADAL" clId="{F64F8652-B73F-49BC-A105-17EA9971C31A}" dt="2026-06-29T19:32:32.280" v="21" actId="47"/>
        <pc:sldMkLst>
          <pc:docMk/>
          <pc:sldMk cId="3617245666" sldId="257"/>
        </pc:sldMkLst>
      </pc:sldChg>
      <pc:sldChg chg="modSp mod">
        <pc:chgData name="Nathan, Lucas (DNR)" userId="96837891-6aae-41c1-b905-2f597761f76b" providerId="ADAL" clId="{F64F8652-B73F-49BC-A105-17EA9971C31A}" dt="2026-06-29T19:37:01.542" v="155" actId="1076"/>
        <pc:sldMkLst>
          <pc:docMk/>
          <pc:sldMk cId="736430854" sldId="259"/>
        </pc:sldMkLst>
        <pc:spChg chg="mod">
          <ac:chgData name="Nathan, Lucas (DNR)" userId="96837891-6aae-41c1-b905-2f597761f76b" providerId="ADAL" clId="{F64F8652-B73F-49BC-A105-17EA9971C31A}" dt="2026-06-25T16:01:18.150" v="6" actId="1076"/>
          <ac:spMkLst>
            <pc:docMk/>
            <pc:sldMk cId="736430854" sldId="259"/>
            <ac:spMk id="9" creationId="{4DE46BED-CCB7-ED12-76E6-987DDCF23BB5}"/>
          </ac:spMkLst>
        </pc:spChg>
        <pc:spChg chg="mod">
          <ac:chgData name="Nathan, Lucas (DNR)" userId="96837891-6aae-41c1-b905-2f597761f76b" providerId="ADAL" clId="{F64F8652-B73F-49BC-A105-17EA9971C31A}" dt="2026-06-25T16:01:23.717" v="9" actId="1076"/>
          <ac:spMkLst>
            <pc:docMk/>
            <pc:sldMk cId="736430854" sldId="259"/>
            <ac:spMk id="36" creationId="{F232C6D4-D313-5CF3-FB0F-E1501BDC93CD}"/>
          </ac:spMkLst>
        </pc:spChg>
        <pc:spChg chg="mod">
          <ac:chgData name="Nathan, Lucas (DNR)" userId="96837891-6aae-41c1-b905-2f597761f76b" providerId="ADAL" clId="{F64F8652-B73F-49BC-A105-17EA9971C31A}" dt="2026-06-29T19:37:01.542" v="155" actId="1076"/>
          <ac:spMkLst>
            <pc:docMk/>
            <pc:sldMk cId="736430854" sldId="259"/>
            <ac:spMk id="55" creationId="{E5F2DEB9-D5FF-822A-EC32-801F1E718A91}"/>
          </ac:spMkLst>
        </pc:spChg>
        <pc:spChg chg="mod">
          <ac:chgData name="Nathan, Lucas (DNR)" userId="96837891-6aae-41c1-b905-2f597761f76b" providerId="ADAL" clId="{F64F8652-B73F-49BC-A105-17EA9971C31A}" dt="2026-06-25T16:01:28.334" v="12" actId="1076"/>
          <ac:spMkLst>
            <pc:docMk/>
            <pc:sldMk cId="736430854" sldId="259"/>
            <ac:spMk id="56" creationId="{804BC60D-A7DB-B0DC-873E-C88966E8B6E5}"/>
          </ac:spMkLst>
        </pc:spChg>
        <pc:spChg chg="mod">
          <ac:chgData name="Nathan, Lucas (DNR)" userId="96837891-6aae-41c1-b905-2f597761f76b" providerId="ADAL" clId="{F64F8652-B73F-49BC-A105-17EA9971C31A}" dt="2026-06-25T16:01:30.244" v="13" actId="1076"/>
          <ac:spMkLst>
            <pc:docMk/>
            <pc:sldMk cId="736430854" sldId="259"/>
            <ac:spMk id="57" creationId="{9E41CA45-5A62-0DC2-D3E3-DB5565A92737}"/>
          </ac:spMkLst>
        </pc:spChg>
        <pc:cxnChg chg="mod">
          <ac:chgData name="Nathan, Lucas (DNR)" userId="96837891-6aae-41c1-b905-2f597761f76b" providerId="ADAL" clId="{F64F8652-B73F-49BC-A105-17EA9971C31A}" dt="2026-06-25T16:01:23.717" v="9" actId="1076"/>
          <ac:cxnSpMkLst>
            <pc:docMk/>
            <pc:sldMk cId="736430854" sldId="259"/>
            <ac:cxnSpMk id="33" creationId="{5ACF0083-16C2-F0F9-A827-FF66098563B1}"/>
          </ac:cxnSpMkLst>
        </pc:cxnChg>
        <pc:cxnChg chg="mod">
          <ac:chgData name="Nathan, Lucas (DNR)" userId="96837891-6aae-41c1-b905-2f597761f76b" providerId="ADAL" clId="{F64F8652-B73F-49BC-A105-17EA9971C31A}" dt="2026-06-25T16:01:18.150" v="6" actId="1076"/>
          <ac:cxnSpMkLst>
            <pc:docMk/>
            <pc:sldMk cId="736430854" sldId="259"/>
            <ac:cxnSpMk id="47" creationId="{C469FA14-2E55-6586-C5EF-5368C0DF10FC}"/>
          </ac:cxnSpMkLst>
        </pc:cxnChg>
        <pc:cxnChg chg="mod">
          <ac:chgData name="Nathan, Lucas (DNR)" userId="96837891-6aae-41c1-b905-2f597761f76b" providerId="ADAL" clId="{F64F8652-B73F-49BC-A105-17EA9971C31A}" dt="2026-06-29T19:37:01.542" v="155" actId="1076"/>
          <ac:cxnSpMkLst>
            <pc:docMk/>
            <pc:sldMk cId="736430854" sldId="259"/>
            <ac:cxnSpMk id="60" creationId="{1AEE35A2-74F7-EC18-C0F9-6FA2948E2BD5}"/>
          </ac:cxnSpMkLst>
        </pc:cxnChg>
        <pc:cxnChg chg="mod">
          <ac:chgData name="Nathan, Lucas (DNR)" userId="96837891-6aae-41c1-b905-2f597761f76b" providerId="ADAL" clId="{F64F8652-B73F-49BC-A105-17EA9971C31A}" dt="2026-06-29T19:37:01.542" v="155" actId="1076"/>
          <ac:cxnSpMkLst>
            <pc:docMk/>
            <pc:sldMk cId="736430854" sldId="259"/>
            <ac:cxnSpMk id="64" creationId="{1DFF9741-0F70-B9A9-9AEB-498E31BECBF6}"/>
          </ac:cxnSpMkLst>
        </pc:cxnChg>
        <pc:cxnChg chg="mod">
          <ac:chgData name="Nathan, Lucas (DNR)" userId="96837891-6aae-41c1-b905-2f597761f76b" providerId="ADAL" clId="{F64F8652-B73F-49BC-A105-17EA9971C31A}" dt="2026-06-25T16:01:30.244" v="13" actId="1076"/>
          <ac:cxnSpMkLst>
            <pc:docMk/>
            <pc:sldMk cId="736430854" sldId="259"/>
            <ac:cxnSpMk id="97" creationId="{F71000F1-93EA-247E-8A84-87318AB40F95}"/>
          </ac:cxnSpMkLst>
        </pc:cxnChg>
      </pc:sldChg>
      <pc:sldChg chg="addSp delSp modSp mod">
        <pc:chgData name="Nathan, Lucas (DNR)" userId="96837891-6aae-41c1-b905-2f597761f76b" providerId="ADAL" clId="{F64F8652-B73F-49BC-A105-17EA9971C31A}" dt="2026-06-29T20:57:58.912" v="307" actId="1076"/>
        <pc:sldMkLst>
          <pc:docMk/>
          <pc:sldMk cId="3322492765" sldId="261"/>
        </pc:sldMkLst>
        <pc:spChg chg="add del">
          <ac:chgData name="Nathan, Lucas (DNR)" userId="96837891-6aae-41c1-b905-2f597761f76b" providerId="ADAL" clId="{F64F8652-B73F-49BC-A105-17EA9971C31A}" dt="2026-06-29T19:33:48.409" v="39" actId="478"/>
          <ac:spMkLst>
            <pc:docMk/>
            <pc:sldMk cId="3322492765" sldId="261"/>
            <ac:spMk id="2" creationId="{9724142F-D601-8CD2-2C17-A9A6925DF763}"/>
          </ac:spMkLst>
        </pc:spChg>
        <pc:spChg chg="mod">
          <ac:chgData name="Nathan, Lucas (DNR)" userId="96837891-6aae-41c1-b905-2f597761f76b" providerId="ADAL" clId="{F64F8652-B73F-49BC-A105-17EA9971C31A}" dt="2026-06-29T20:39:45.866" v="185" actId="20577"/>
          <ac:spMkLst>
            <pc:docMk/>
            <pc:sldMk cId="3322492765" sldId="261"/>
            <ac:spMk id="4" creationId="{1BAD97C7-DEBE-62C8-60F1-6A62E416FEB8}"/>
          </ac:spMkLst>
        </pc:spChg>
        <pc:spChg chg="mod">
          <ac:chgData name="Nathan, Lucas (DNR)" userId="96837891-6aae-41c1-b905-2f597761f76b" providerId="ADAL" clId="{F64F8652-B73F-49BC-A105-17EA9971C31A}" dt="2026-06-29T19:33:44.604" v="33" actId="1076"/>
          <ac:spMkLst>
            <pc:docMk/>
            <pc:sldMk cId="3322492765" sldId="261"/>
            <ac:spMk id="7" creationId="{3F27521D-007A-864A-7E95-FF49BA411BA1}"/>
          </ac:spMkLst>
        </pc:spChg>
        <pc:spChg chg="add mod">
          <ac:chgData name="Nathan, Lucas (DNR)" userId="96837891-6aae-41c1-b905-2f597761f76b" providerId="ADAL" clId="{F64F8652-B73F-49BC-A105-17EA9971C31A}" dt="2026-06-29T19:35:35.592" v="147" actId="20577"/>
          <ac:spMkLst>
            <pc:docMk/>
            <pc:sldMk cId="3322492765" sldId="261"/>
            <ac:spMk id="11" creationId="{874FE0CA-DA94-0BB5-C081-880419EACCCE}"/>
          </ac:spMkLst>
        </pc:spChg>
        <pc:spChg chg="add mod">
          <ac:chgData name="Nathan, Lucas (DNR)" userId="96837891-6aae-41c1-b905-2f597761f76b" providerId="ADAL" clId="{F64F8652-B73F-49BC-A105-17EA9971C31A}" dt="2026-06-29T20:40:43.330" v="217" actId="11530"/>
          <ac:spMkLst>
            <pc:docMk/>
            <pc:sldMk cId="3322492765" sldId="261"/>
            <ac:spMk id="12" creationId="{9B493B7F-5FB2-67D1-E903-204D47D7C3BD}"/>
          </ac:spMkLst>
        </pc:spChg>
        <pc:spChg chg="mod">
          <ac:chgData name="Nathan, Lucas (DNR)" userId="96837891-6aae-41c1-b905-2f597761f76b" providerId="ADAL" clId="{F64F8652-B73F-49BC-A105-17EA9971C31A}" dt="2026-06-29T20:40:22.121" v="212" actId="115"/>
          <ac:spMkLst>
            <pc:docMk/>
            <pc:sldMk cId="3322492765" sldId="261"/>
            <ac:spMk id="13" creationId="{5FE2401A-BFFA-29AA-CEDE-7C96C5964533}"/>
          </ac:spMkLst>
        </pc:spChg>
        <pc:spChg chg="add mod">
          <ac:chgData name="Nathan, Lucas (DNR)" userId="96837891-6aae-41c1-b905-2f597761f76b" providerId="ADAL" clId="{F64F8652-B73F-49BC-A105-17EA9971C31A}" dt="2026-06-29T20:41:22.294" v="223" actId="1076"/>
          <ac:spMkLst>
            <pc:docMk/>
            <pc:sldMk cId="3322492765" sldId="261"/>
            <ac:spMk id="19" creationId="{A88200D1-2FA7-C9BB-C320-3AD2B05F0804}"/>
          </ac:spMkLst>
        </pc:spChg>
        <pc:spChg chg="add mod">
          <ac:chgData name="Nathan, Lucas (DNR)" userId="96837891-6aae-41c1-b905-2f597761f76b" providerId="ADAL" clId="{F64F8652-B73F-49BC-A105-17EA9971C31A}" dt="2026-06-29T20:57:58.912" v="307" actId="1076"/>
          <ac:spMkLst>
            <pc:docMk/>
            <pc:sldMk cId="3322492765" sldId="261"/>
            <ac:spMk id="24" creationId="{4745DB2B-329F-010A-51F8-365B963F646F}"/>
          </ac:spMkLst>
        </pc:spChg>
        <pc:spChg chg="del">
          <ac:chgData name="Nathan, Lucas (DNR)" userId="96837891-6aae-41c1-b905-2f597761f76b" providerId="ADAL" clId="{F64F8652-B73F-49BC-A105-17EA9971C31A}" dt="2026-06-29T19:36:00.892" v="148" actId="478"/>
          <ac:spMkLst>
            <pc:docMk/>
            <pc:sldMk cId="3322492765" sldId="261"/>
            <ac:spMk id="25" creationId="{3E2605F5-6924-AB68-E547-F0544AEF2C11}"/>
          </ac:spMkLst>
        </pc:spChg>
        <pc:spChg chg="mod">
          <ac:chgData name="Nathan, Lucas (DNR)" userId="96837891-6aae-41c1-b905-2f597761f76b" providerId="ADAL" clId="{F64F8652-B73F-49BC-A105-17EA9971C31A}" dt="2026-06-29T19:34:44.859" v="41" actId="115"/>
          <ac:spMkLst>
            <pc:docMk/>
            <pc:sldMk cId="3322492765" sldId="261"/>
            <ac:spMk id="74" creationId="{8794BFCB-0CD3-D62F-28BE-79835CCFE93C}"/>
          </ac:spMkLst>
        </pc:spChg>
        <pc:spChg chg="add del">
          <ac:chgData name="Nathan, Lucas (DNR)" userId="96837891-6aae-41c1-b905-2f597761f76b" providerId="ADAL" clId="{F64F8652-B73F-49BC-A105-17EA9971C31A}" dt="2026-06-29T19:33:47.881" v="38" actId="478"/>
          <ac:spMkLst>
            <pc:docMk/>
            <pc:sldMk cId="3322492765" sldId="261"/>
            <ac:spMk id="89" creationId="{EA9AA6C2-F859-B3D3-D675-965CE58843B8}"/>
          </ac:spMkLst>
        </pc:sp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8" creationId="{D76D930F-8B45-04E7-7E3E-4D5961526237}"/>
          </ac:cxnSpMkLst>
        </pc:cxnChg>
        <pc:cxnChg chg="add del mod">
          <ac:chgData name="Nathan, Lucas (DNR)" userId="96837891-6aae-41c1-b905-2f597761f76b" providerId="ADAL" clId="{F64F8652-B73F-49BC-A105-17EA9971C31A}" dt="2026-06-29T20:57:35.549" v="276"/>
          <ac:cxnSpMkLst>
            <pc:docMk/>
            <pc:sldMk cId="3322492765" sldId="261"/>
            <ac:cxnSpMk id="14" creationId="{DD218F72-E8C3-F972-2248-BA6FD2FDE5EA}"/>
          </ac:cxnSpMkLst>
        </pc:cxnChg>
        <pc:cxnChg chg="add mod">
          <ac:chgData name="Nathan, Lucas (DNR)" userId="96837891-6aae-41c1-b905-2f597761f76b" providerId="ADAL" clId="{F64F8652-B73F-49BC-A105-17EA9971C31A}" dt="2026-06-29T20:57:41.062" v="277"/>
          <ac:cxnSpMkLst>
            <pc:docMk/>
            <pc:sldMk cId="3322492765" sldId="261"/>
            <ac:cxnSpMk id="15" creationId="{53AE46C1-1B8D-7C20-EF65-D20C1F3846E8}"/>
          </ac:cxnSpMkLst>
        </pc:cxnChg>
        <pc:cxnChg chg="add mod">
          <ac:chgData name="Nathan, Lucas (DNR)" userId="96837891-6aae-41c1-b905-2f597761f76b" providerId="ADAL" clId="{F64F8652-B73F-49BC-A105-17EA9971C31A}" dt="2026-06-29T20:41:22.294" v="223" actId="1076"/>
          <ac:cxnSpMkLst>
            <pc:docMk/>
            <pc:sldMk cId="3322492765" sldId="261"/>
            <ac:cxnSpMk id="20" creationId="{AC5B9D03-0DB8-6CB3-CA9F-3201452C90FD}"/>
          </ac:cxnSpMkLst>
        </pc:cxnChg>
        <pc:cxnChg chg="del mod">
          <ac:chgData name="Nathan, Lucas (DNR)" userId="96837891-6aae-41c1-b905-2f597761f76b" providerId="ADAL" clId="{F64F8652-B73F-49BC-A105-17EA9971C31A}" dt="2026-06-29T19:36:01.452" v="149" actId="478"/>
          <ac:cxnSpMkLst>
            <pc:docMk/>
            <pc:sldMk cId="3322492765" sldId="261"/>
            <ac:cxnSpMk id="26" creationId="{9584F975-E590-4D1D-53B1-AABC90A93150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41" creationId="{A3380EF5-361B-BA11-7E5B-5EC9E6DA518F}"/>
          </ac:cxnSpMkLst>
        </pc:cxnChg>
        <pc:cxnChg chg="add del mod">
          <ac:chgData name="Nathan, Lucas (DNR)" userId="96837891-6aae-41c1-b905-2f597761f76b" providerId="ADAL" clId="{F64F8652-B73F-49BC-A105-17EA9971C31A}" dt="2026-06-29T19:33:45.455" v="35" actId="478"/>
          <ac:cxnSpMkLst>
            <pc:docMk/>
            <pc:sldMk cId="3322492765" sldId="261"/>
            <ac:cxnSpMk id="44" creationId="{E696C7E1-B2EC-C3E2-55C6-DBF02B4CAABA}"/>
          </ac:cxnSpMkLst>
        </pc:cxnChg>
        <pc:cxnChg chg="del mod">
          <ac:chgData name="Nathan, Lucas (DNR)" userId="96837891-6aae-41c1-b905-2f597761f76b" providerId="ADAL" clId="{F64F8652-B73F-49BC-A105-17EA9971C31A}" dt="2026-06-29T19:34:50.011" v="42" actId="478"/>
          <ac:cxnSpMkLst>
            <pc:docMk/>
            <pc:sldMk cId="3322492765" sldId="261"/>
            <ac:cxnSpMk id="75" creationId="{83B769DA-AD63-C4ED-00AE-45CA1156D7C2}"/>
          </ac:cxnSpMkLst>
        </pc:cxnChg>
        <pc:cxnChg chg="add del mod">
          <ac:chgData name="Nathan, Lucas (DNR)" userId="96837891-6aae-41c1-b905-2f597761f76b" providerId="ADAL" clId="{F64F8652-B73F-49BC-A105-17EA9971C31A}" dt="2026-06-29T19:34:57.593" v="43" actId="693"/>
          <ac:cxnSpMkLst>
            <pc:docMk/>
            <pc:sldMk cId="3322492765" sldId="261"/>
            <ac:cxnSpMk id="78" creationId="{A29CBA1D-BDF4-AF4F-A9A7-0A44836FEA7E}"/>
          </ac:cxnSpMkLst>
        </pc:cxnChg>
        <pc:cxnChg chg="mod">
          <ac:chgData name="Nathan, Lucas (DNR)" userId="96837891-6aae-41c1-b905-2f597761f76b" providerId="ADAL" clId="{F64F8652-B73F-49BC-A105-17EA9971C31A}" dt="2026-06-29T19:33:44.604" v="33" actId="1076"/>
          <ac:cxnSpMkLst>
            <pc:docMk/>
            <pc:sldMk cId="3322492765" sldId="261"/>
            <ac:cxnSpMk id="93" creationId="{7B20C067-AF4B-1864-B26F-22E4E53C4846}"/>
          </ac:cxnSpMkLst>
        </pc:cxnChg>
      </pc:sldChg>
      <pc:sldChg chg="modSp add del mod">
        <pc:chgData name="Nathan, Lucas (DNR)" userId="96837891-6aae-41c1-b905-2f597761f76b" providerId="ADAL" clId="{F64F8652-B73F-49BC-A105-17EA9971C31A}" dt="2026-06-29T20:39:40.247" v="171" actId="47"/>
        <pc:sldMkLst>
          <pc:docMk/>
          <pc:sldMk cId="1516480922" sldId="262"/>
        </pc:sldMkLst>
        <pc:spChg chg="mod">
          <ac:chgData name="Nathan, Lucas (DNR)" userId="96837891-6aae-41c1-b905-2f597761f76b" providerId="ADAL" clId="{F64F8652-B73F-49BC-A105-17EA9971C31A}" dt="2026-06-29T20:39:16.851" v="169" actId="20577"/>
          <ac:spMkLst>
            <pc:docMk/>
            <pc:sldMk cId="1516480922" sldId="262"/>
            <ac:spMk id="4" creationId="{3C2BF129-49AA-0ABB-F93C-8D1F19B32577}"/>
          </ac:spMkLst>
        </pc:spChg>
      </pc:sldChg>
      <pc:sldChg chg="addSp delSp modSp add mod">
        <pc:chgData name="Nathan, Lucas (DNR)" userId="96837891-6aae-41c1-b905-2f597761f76b" providerId="ADAL" clId="{F64F8652-B73F-49BC-A105-17EA9971C31A}" dt="2026-06-29T20:57:54.514" v="305" actId="20577"/>
        <pc:sldMkLst>
          <pc:docMk/>
          <pc:sldMk cId="796165095" sldId="263"/>
        </pc:sldMkLst>
        <pc:spChg chg="add mod">
          <ac:chgData name="Nathan, Lucas (DNR)" userId="96837891-6aae-41c1-b905-2f597761f76b" providerId="ADAL" clId="{F64F8652-B73F-49BC-A105-17EA9971C31A}" dt="2026-06-29T20:42:20.142" v="272" actId="1076"/>
          <ac:spMkLst>
            <pc:docMk/>
            <pc:sldMk cId="796165095" sldId="263"/>
            <ac:spMk id="2" creationId="{1F05B9EE-2FF8-B44C-370B-8A17D8BF7C4A}"/>
          </ac:spMkLst>
        </pc:spChg>
        <pc:spChg chg="del">
          <ac:chgData name="Nathan, Lucas (DNR)" userId="96837891-6aae-41c1-b905-2f597761f76b" providerId="ADAL" clId="{F64F8652-B73F-49BC-A105-17EA9971C31A}" dt="2026-06-29T20:42:19.028" v="271" actId="478"/>
          <ac:spMkLst>
            <pc:docMk/>
            <pc:sldMk cId="796165095" sldId="263"/>
            <ac:spMk id="5" creationId="{862447DF-FF79-EBA8-BB69-DBC724B1EFE1}"/>
          </ac:spMkLst>
        </pc:spChg>
        <pc:spChg chg="del">
          <ac:chgData name="Nathan, Lucas (DNR)" userId="96837891-6aae-41c1-b905-2f597761f76b" providerId="ADAL" clId="{F64F8652-B73F-49BC-A105-17EA9971C31A}" dt="2026-06-29T20:42:13.716" v="262" actId="478"/>
          <ac:spMkLst>
            <pc:docMk/>
            <pc:sldMk cId="796165095" sldId="263"/>
            <ac:spMk id="7" creationId="{A38F1692-CB86-E338-BD4B-A824A177F077}"/>
          </ac:spMkLst>
        </pc:spChg>
        <pc:spChg chg="add del mod">
          <ac:chgData name="Nathan, Lucas (DNR)" userId="96837891-6aae-41c1-b905-2f597761f76b" providerId="ADAL" clId="{F64F8652-B73F-49BC-A105-17EA9971C31A}" dt="2026-06-29T20:57:54.514" v="305" actId="20577"/>
          <ac:spMkLst>
            <pc:docMk/>
            <pc:sldMk cId="796165095" sldId="263"/>
            <ac:spMk id="11" creationId="{B3D0F06D-DB70-E021-E141-F59AF8C8AB58}"/>
          </ac:spMkLst>
        </pc:spChg>
        <pc:spChg chg="del">
          <ac:chgData name="Nathan, Lucas (DNR)" userId="96837891-6aae-41c1-b905-2f597761f76b" providerId="ADAL" clId="{F64F8652-B73F-49BC-A105-17EA9971C31A}" dt="2026-06-29T20:42:13.008" v="261" actId="478"/>
          <ac:spMkLst>
            <pc:docMk/>
            <pc:sldMk cId="796165095" sldId="263"/>
            <ac:spMk id="13" creationId="{DF12DC8C-54A8-4EC7-4CDC-D6891FCF3CA1}"/>
          </ac:spMkLst>
        </pc:spChg>
        <pc:spChg chg="del mod">
          <ac:chgData name="Nathan, Lucas (DNR)" userId="96837891-6aae-41c1-b905-2f597761f76b" providerId="ADAL" clId="{F64F8652-B73F-49BC-A105-17EA9971C31A}" dt="2026-06-29T20:42:18.246" v="270" actId="478"/>
          <ac:spMkLst>
            <pc:docMk/>
            <pc:sldMk cId="796165095" sldId="263"/>
            <ac:spMk id="38" creationId="{5F4B0D02-1FD5-185C-F86D-624F0F4D9249}"/>
          </ac:spMkLst>
        </pc:spChg>
        <pc:spChg chg="del">
          <ac:chgData name="Nathan, Lucas (DNR)" userId="96837891-6aae-41c1-b905-2f597761f76b" providerId="ADAL" clId="{F64F8652-B73F-49BC-A105-17EA9971C31A}" dt="2026-06-29T20:42:17.640" v="269" actId="478"/>
          <ac:spMkLst>
            <pc:docMk/>
            <pc:sldMk cId="796165095" sldId="263"/>
            <ac:spMk id="74" creationId="{598F55DA-9160-6855-00D7-1140E63A13DA}"/>
          </ac:spMkLst>
        </pc:spChg>
        <pc:cxnChg chg="del mod">
          <ac:chgData name="Nathan, Lucas (DNR)" userId="96837891-6aae-41c1-b905-2f597761f76b" providerId="ADAL" clId="{F64F8652-B73F-49BC-A105-17EA9971C31A}" dt="2026-06-29T20:42:14.211" v="263" actId="478"/>
          <ac:cxnSpMkLst>
            <pc:docMk/>
            <pc:sldMk cId="796165095" sldId="263"/>
            <ac:cxnSpMk id="8" creationId="{C1441D0A-BCC5-4FCB-F8E1-8F9558DFE42B}"/>
          </ac:cxnSpMkLst>
        </pc:cxnChg>
        <pc:cxnChg chg="mod">
          <ac:chgData name="Nathan, Lucas (DNR)" userId="96837891-6aae-41c1-b905-2f597761f76b" providerId="ADAL" clId="{F64F8652-B73F-49BC-A105-17EA9971C31A}" dt="2026-06-29T20:42:42.853" v="274" actId="14100"/>
          <ac:cxnSpMkLst>
            <pc:docMk/>
            <pc:sldMk cId="796165095" sldId="263"/>
            <ac:cxnSpMk id="14" creationId="{9373E434-CB22-6DAD-802E-93462B042E39}"/>
          </ac:cxnSpMkLst>
        </pc:cxnChg>
        <pc:cxnChg chg="del mod">
          <ac:chgData name="Nathan, Lucas (DNR)" userId="96837891-6aae-41c1-b905-2f597761f76b" providerId="ADAL" clId="{F64F8652-B73F-49BC-A105-17EA9971C31A}" dt="2026-06-29T20:42:14.546" v="264" actId="478"/>
          <ac:cxnSpMkLst>
            <pc:docMk/>
            <pc:sldMk cId="796165095" sldId="263"/>
            <ac:cxnSpMk id="41" creationId="{CBDD80CF-1F35-F10C-D379-AA35FB7CD344}"/>
          </ac:cxnSpMkLst>
        </pc:cxnChg>
        <pc:cxnChg chg="del mod">
          <ac:chgData name="Nathan, Lucas (DNR)" userId="96837891-6aae-41c1-b905-2f597761f76b" providerId="ADAL" clId="{F64F8652-B73F-49BC-A105-17EA9971C31A}" dt="2026-06-29T20:42:16.120" v="267" actId="478"/>
          <ac:cxnSpMkLst>
            <pc:docMk/>
            <pc:sldMk cId="796165095" sldId="263"/>
            <ac:cxnSpMk id="44" creationId="{D741B401-09ED-34DB-9430-B5DE562B112A}"/>
          </ac:cxnSpMkLst>
        </pc:cxnChg>
        <pc:cxnChg chg="del mod">
          <ac:chgData name="Nathan, Lucas (DNR)" userId="96837891-6aae-41c1-b905-2f597761f76b" providerId="ADAL" clId="{F64F8652-B73F-49BC-A105-17EA9971C31A}" dt="2026-06-29T20:42:14.970" v="265" actId="478"/>
          <ac:cxnSpMkLst>
            <pc:docMk/>
            <pc:sldMk cId="796165095" sldId="263"/>
            <ac:cxnSpMk id="78" creationId="{E9708ED6-F01B-E46D-DFF0-2E000C8CD1F6}"/>
          </ac:cxnSpMkLst>
        </pc:cxnChg>
        <pc:cxnChg chg="del mod">
          <ac:chgData name="Nathan, Lucas (DNR)" userId="96837891-6aae-41c1-b905-2f597761f76b" providerId="ADAL" clId="{F64F8652-B73F-49BC-A105-17EA9971C31A}" dt="2026-06-29T20:42:15.586" v="266" actId="478"/>
          <ac:cxnSpMkLst>
            <pc:docMk/>
            <pc:sldMk cId="796165095" sldId="263"/>
            <ac:cxnSpMk id="93" creationId="{589C798D-2A0D-9997-ED7A-C4D27CE1EE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4802-BC18-9A97-0155-822314D5D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99D85-832A-473B-7FA4-6F891B2270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88DA5-C481-20AE-6918-F38354299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6CF05-12A3-FEF5-27E1-98185685A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AA92B-8399-2387-7117-704C82F3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62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97EB6-DE13-AB13-21FF-1DD2B741D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DE674-5485-FF8D-71E7-3C4504C44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862C4-5D4C-4DB6-6057-6DCAE97C3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1945D-A92A-A17B-18EC-E456A766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86A3D-1DE1-5E7B-3B6E-ADCDEF8B6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191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92FA-E61F-540D-A557-EB8367DCF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1CD17-8FD7-9404-DD54-7A274A2E3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A00BB-3D7F-3EB9-E72D-4829ACBBB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D4F4E-91E1-3CBE-88E8-64DF62A24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9BCD-2806-B3E6-4810-9FF3AF375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43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05AC7-5E94-765D-DC46-9F2813E6D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5EB0-B77B-04A1-96A8-CDF4E939EF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642A34-B868-2968-362C-7105BD28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01A4AC-97E7-68D0-63CA-9889619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F4BA8-C7C7-6126-A579-DC64A1FA2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15BF8-BFAC-5DC1-A148-F722B9F9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24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C4765-8755-2410-A6AD-F580A4FF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4619-B061-E7A8-C28A-577E278FC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6D31C0-6B70-3A5D-D9C7-2106C19B3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C8F30-F790-4C5A-43EB-95E7F06C9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AB0DD4-E5EF-3D7A-DD9A-D3673664A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F03415-EE16-F6BC-7473-7DF7FBE43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556E5C-9A5B-C074-A197-92E4E64A4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BF038D-A32B-6AB2-D4A4-EFF9DE74C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3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2DBC-4C3E-04BD-9105-2C3387096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C0DDA1-406F-8E26-64F7-9192E57D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7618F-608F-5572-D878-F883C7653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FCDD8A-9469-6FE4-EF19-FCDAD9F3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5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6DDD7-E8BC-6C67-02E3-DCE91ECB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7764EA-A807-4802-8FBA-3810AF8F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B3BF5-E619-30C3-C884-543D4510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76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23B02-7509-42E3-3BFC-FBA5182EA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F03AC-6DA9-D420-4B42-2E98B08C1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897CD-F67C-E4A2-BD36-6D614E922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7A5E8B-4BF6-AFF4-F32B-7DFBDED50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35AA4F-AE41-280F-1902-71A6F88B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381523-9023-3009-8361-16DF503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42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73D7-2F1B-BA22-F8F8-1292A524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4AAD1C-3371-952A-CB34-ECEDD9F0CF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2980-0CF8-FA8E-0241-858DC9C98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9A413-FC5C-3BFF-42B0-FC016AD5A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AD866-E648-7CE8-B578-ED3C6B057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69D5C-D1A0-861A-3FA2-73C74E9E5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448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E72F-1423-E94D-BADB-2333F1544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A5961E-1277-0F90-FB1C-80C951D77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E28EF-F7DD-77F5-FC48-9AD12F03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27CD7-FC05-76DE-CAE1-0DEF03A4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74DCA-0E80-0D59-A591-AD97F5A73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09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E9187-9724-F3AE-012E-FDB8BF526B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0F334-1210-F770-9043-9FBD28D54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C0A78-2D3E-4CBF-3C47-105C2AF6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25E4F-11DB-BFDB-EDAB-71B484317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14A95-F416-3DCF-E7E9-18E7989F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44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C50A67-4D5F-1515-21C9-4D657EC7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6A32-D97F-E3AB-86BD-8EC942916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959EC-A70D-DCDC-1460-AABEA11D0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C5205-C240-4C15-BC7A-8B28C81B6976}" type="datetimeFigureOut">
              <a:rPr lang="en-US" smtClean="0"/>
              <a:t>06/29/2026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C50F6-BBBA-DF18-5B6F-606B88414F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B8DFF-4487-8517-7FAE-8DC8120EA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FBC1A-6D6E-4FFD-9095-BF3C8C23AD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01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D8FBDF-B74B-2195-9ED0-CB14419D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workflow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F7837C-465A-CE42-65C5-756BC6581BBA}"/>
              </a:ext>
            </a:extLst>
          </p:cNvPr>
          <p:cNvSpPr txBox="1"/>
          <p:nvPr/>
        </p:nvSpPr>
        <p:spPr>
          <a:xfrm>
            <a:off x="4013200" y="1721502"/>
            <a:ext cx="380999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Queries collection data by MDNRID, </a:t>
            </a:r>
            <a:r>
              <a:rPr lang="en-US" sz="1200" dirty="0" err="1"/>
              <a:t>WaterBodyName</a:t>
            </a:r>
            <a:r>
              <a:rPr lang="en-US" sz="1200" dirty="0"/>
              <a:t>, </a:t>
            </a:r>
            <a:r>
              <a:rPr lang="en-US" sz="1200" dirty="0" err="1"/>
              <a:t>SurveyId</a:t>
            </a:r>
            <a:r>
              <a:rPr lang="en-US" sz="1200" dirty="0"/>
              <a:t>, </a:t>
            </a:r>
            <a:r>
              <a:rPr lang="en-US" sz="1200" dirty="0" err="1"/>
              <a:t>SurveyPurpose</a:t>
            </a:r>
            <a:r>
              <a:rPr lang="en-US" sz="1200" dirty="0"/>
              <a:t>, Year, or Gear Type</a:t>
            </a:r>
          </a:p>
          <a:p>
            <a:endParaRPr lang="en-US" sz="1200" dirty="0"/>
          </a:p>
          <a:p>
            <a:r>
              <a:rPr lang="en-US" sz="1200" dirty="0"/>
              <a:t>Output: table of waterbody, survey, effort, and gear</a:t>
            </a:r>
          </a:p>
        </p:txBody>
      </p:sp>
      <p:sp>
        <p:nvSpPr>
          <p:cNvPr id="114" name="Oval 1">
            <a:extLst>
              <a:ext uri="{FF2B5EF4-FFF2-40B4-BE49-F238E27FC236}">
                <a16:creationId xmlns:a16="http://schemas.microsoft.com/office/drawing/2014/main" id="{22A466D5-AAD0-3071-6965-5C1B6750E217}"/>
              </a:ext>
            </a:extLst>
          </p:cNvPr>
          <p:cNvSpPr/>
          <p:nvPr/>
        </p:nvSpPr>
        <p:spPr>
          <a:xfrm>
            <a:off x="1709735" y="1547244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5" name="Oval 1">
            <a:extLst>
              <a:ext uri="{FF2B5EF4-FFF2-40B4-BE49-F238E27FC236}">
                <a16:creationId xmlns:a16="http://schemas.microsoft.com/office/drawing/2014/main" id="{35491D12-1809-8137-CC33-DAD53068DEB8}"/>
              </a:ext>
            </a:extLst>
          </p:cNvPr>
          <p:cNvSpPr/>
          <p:nvPr/>
        </p:nvSpPr>
        <p:spPr>
          <a:xfrm>
            <a:off x="147632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catch_summary_table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5FC0A42-AE9F-0B0B-485B-29F8C0298083}"/>
              </a:ext>
            </a:extLst>
          </p:cNvPr>
          <p:cNvCxnSpPr>
            <a:cxnSpLocks/>
            <a:stCxn id="7" idx="4"/>
            <a:endCxn id="115" idx="0"/>
          </p:cNvCxnSpPr>
          <p:nvPr/>
        </p:nvCxnSpPr>
        <p:spPr>
          <a:xfrm flipH="1">
            <a:off x="1413665" y="4131245"/>
            <a:ext cx="1054101" cy="621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4523B275-7E03-2157-6D4C-DDEFFA1D55B1}"/>
              </a:ext>
            </a:extLst>
          </p:cNvPr>
          <p:cNvCxnSpPr>
            <a:cxnSpLocks/>
            <a:stCxn id="7" idx="4"/>
            <a:endCxn id="131" idx="0"/>
          </p:cNvCxnSpPr>
          <p:nvPr/>
        </p:nvCxnSpPr>
        <p:spPr>
          <a:xfrm>
            <a:off x="2467766" y="4131245"/>
            <a:ext cx="1642267" cy="700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">
            <a:extLst>
              <a:ext uri="{FF2B5EF4-FFF2-40B4-BE49-F238E27FC236}">
                <a16:creationId xmlns:a16="http://schemas.microsoft.com/office/drawing/2014/main" id="{0F4BA67F-0E14-F6A5-745D-BF7DA8036AB2}"/>
              </a:ext>
            </a:extLst>
          </p:cNvPr>
          <p:cNvSpPr/>
          <p:nvPr/>
        </p:nvSpPr>
        <p:spPr>
          <a:xfrm>
            <a:off x="2844000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CPUE_byGear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4" name="Oval 1">
            <a:extLst>
              <a:ext uri="{FF2B5EF4-FFF2-40B4-BE49-F238E27FC236}">
                <a16:creationId xmlns:a16="http://schemas.microsoft.com/office/drawing/2014/main" id="{71B0AA02-42DC-A02A-5D95-F1E49F6BBBB7}"/>
              </a:ext>
            </a:extLst>
          </p:cNvPr>
          <p:cNvSpPr/>
          <p:nvPr/>
        </p:nvSpPr>
        <p:spPr>
          <a:xfrm>
            <a:off x="5549904" y="4832058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age_length_summary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2489654-A647-3A7F-4431-D5E48C7D81F8}"/>
              </a:ext>
            </a:extLst>
          </p:cNvPr>
          <p:cNvCxnSpPr>
            <a:cxnSpLocks/>
            <a:stCxn id="7" idx="4"/>
            <a:endCxn id="134" idx="0"/>
          </p:cNvCxnSpPr>
          <p:nvPr/>
        </p:nvCxnSpPr>
        <p:spPr>
          <a:xfrm>
            <a:off x="2467766" y="4131245"/>
            <a:ext cx="4348171" cy="700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BF46648B-8EDA-6C28-B5D0-4CED0A3094C8}"/>
              </a:ext>
            </a:extLst>
          </p:cNvPr>
          <p:cNvCxnSpPr>
            <a:cxnSpLocks/>
            <a:stCxn id="7" idx="4"/>
            <a:endCxn id="146" idx="0"/>
          </p:cNvCxnSpPr>
          <p:nvPr/>
        </p:nvCxnSpPr>
        <p:spPr>
          <a:xfrm>
            <a:off x="2467766" y="4131245"/>
            <a:ext cx="7044537" cy="6213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Oval 1">
            <a:extLst>
              <a:ext uri="{FF2B5EF4-FFF2-40B4-BE49-F238E27FC236}">
                <a16:creationId xmlns:a16="http://schemas.microsoft.com/office/drawing/2014/main" id="{243A9D08-314D-3FF0-8773-EA0BED2236E8}"/>
              </a:ext>
            </a:extLst>
          </p:cNvPr>
          <p:cNvSpPr/>
          <p:nvPr/>
        </p:nvSpPr>
        <p:spPr>
          <a:xfrm>
            <a:off x="8246270" y="4752593"/>
            <a:ext cx="2532065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u="sng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RSD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4FE9BE98-0136-BEEC-A5C5-767111FEA440}"/>
              </a:ext>
            </a:extLst>
          </p:cNvPr>
          <p:cNvSpPr/>
          <p:nvPr/>
        </p:nvSpPr>
        <p:spPr>
          <a:xfrm>
            <a:off x="1646633" y="2951733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A26EC5-D573-533A-BC0E-C461C4C8848C}"/>
              </a:ext>
            </a:extLst>
          </p:cNvPr>
          <p:cNvCxnSpPr>
            <a:cxnSpLocks/>
            <a:stCxn id="114" idx="4"/>
            <a:endCxn id="7" idx="0"/>
          </p:cNvCxnSpPr>
          <p:nvPr/>
        </p:nvCxnSpPr>
        <p:spPr>
          <a:xfrm flipH="1">
            <a:off x="2467766" y="2726756"/>
            <a:ext cx="1" cy="224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073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1CC8A-CCBD-CD43-3805-B4D0361D9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A2940E-1FB2-9BE1-55FC-31068F35D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FISH_query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E4341F77-F201-7337-BB6D-ACA54CA290C4}"/>
              </a:ext>
            </a:extLst>
          </p:cNvPr>
          <p:cNvSpPr/>
          <p:nvPr/>
        </p:nvSpPr>
        <p:spPr>
          <a:xfrm>
            <a:off x="592136" y="1600994"/>
            <a:ext cx="1519237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WaterBodyName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Oval 1">
            <a:extLst>
              <a:ext uri="{FF2B5EF4-FFF2-40B4-BE49-F238E27FC236}">
                <a16:creationId xmlns:a16="http://schemas.microsoft.com/office/drawing/2014/main" id="{D81A37E3-389F-A265-D202-37E9B678B3B6}"/>
              </a:ext>
            </a:extLst>
          </p:cNvPr>
          <p:cNvSpPr/>
          <p:nvPr/>
        </p:nvSpPr>
        <p:spPr>
          <a:xfrm>
            <a:off x="340835" y="3024663"/>
            <a:ext cx="2021840" cy="20929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MDNRID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SurveyBeginTimestamp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FixedOrRandom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SurveyPurposeDescription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Oval 1">
            <a:extLst>
              <a:ext uri="{FF2B5EF4-FFF2-40B4-BE49-F238E27FC236}">
                <a16:creationId xmlns:a16="http://schemas.microsoft.com/office/drawing/2014/main" id="{4DE46BED-CCB7-ED12-76E6-987DDCF23BB5}"/>
              </a:ext>
            </a:extLst>
          </p:cNvPr>
          <p:cNvSpPr/>
          <p:nvPr/>
        </p:nvSpPr>
        <p:spPr>
          <a:xfrm>
            <a:off x="76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SurveyPurposeId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SurveyPurpose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CF0083-16C2-F0F9-A827-FF66098563B1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1351755" y="5117623"/>
            <a:ext cx="211074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1">
            <a:extLst>
              <a:ext uri="{FF2B5EF4-FFF2-40B4-BE49-F238E27FC236}">
                <a16:creationId xmlns:a16="http://schemas.microsoft.com/office/drawing/2014/main" id="{F232C6D4-D313-5CF3-FB0F-E1501BDC93CD}"/>
              </a:ext>
            </a:extLst>
          </p:cNvPr>
          <p:cNvSpPr/>
          <p:nvPr/>
        </p:nvSpPr>
        <p:spPr>
          <a:xfrm>
            <a:off x="2362675" y="5855849"/>
            <a:ext cx="2199640" cy="958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SurveyStatusId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Descriptions=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SurveyStatus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69FA14-2E55-6586-C5EF-5368C0DF10F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1176495" y="5117623"/>
            <a:ext cx="175260" cy="7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D1009BD-12C6-C04E-B63A-A7D9B2D7872E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51755" y="2559844"/>
            <a:ext cx="0" cy="464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1">
            <a:extLst>
              <a:ext uri="{FF2B5EF4-FFF2-40B4-BE49-F238E27FC236}">
                <a16:creationId xmlns:a16="http://schemas.microsoft.com/office/drawing/2014/main" id="{E5F2DEB9-D5FF-822A-EC32-801F1E718A91}"/>
              </a:ext>
            </a:extLst>
          </p:cNvPr>
          <p:cNvSpPr/>
          <p:nvPr/>
        </p:nvSpPr>
        <p:spPr>
          <a:xfrm>
            <a:off x="4028280" y="3591716"/>
            <a:ext cx="1600991" cy="9588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SurveyEffortKey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6" name="Oval 1">
            <a:extLst>
              <a:ext uri="{FF2B5EF4-FFF2-40B4-BE49-F238E27FC236}">
                <a16:creationId xmlns:a16="http://schemas.microsoft.com/office/drawing/2014/main" id="{804BC60D-A7DB-B0DC-873E-C88966E8B6E5}"/>
              </a:ext>
            </a:extLst>
          </p:cNvPr>
          <p:cNvSpPr/>
          <p:nvPr/>
        </p:nvSpPr>
        <p:spPr>
          <a:xfrm>
            <a:off x="6846946" y="2953938"/>
            <a:ext cx="2695692" cy="2234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SurveyEffortDetail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SurveyEffortId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BeginningEffortTimestamp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EndingEffortTimestamp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EffortNumberofGearUsed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  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EffortTotalMeasurement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EffortAlternateQuantity</a:t>
            </a:r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EffortAlternateMeasurement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7" name="Oval 1">
            <a:extLst>
              <a:ext uri="{FF2B5EF4-FFF2-40B4-BE49-F238E27FC236}">
                <a16:creationId xmlns:a16="http://schemas.microsoft.com/office/drawing/2014/main" id="{9E41CA45-5A62-0DC2-D3E3-DB5565A92737}"/>
              </a:ext>
            </a:extLst>
          </p:cNvPr>
          <p:cNvSpPr/>
          <p:nvPr/>
        </p:nvSpPr>
        <p:spPr>
          <a:xfrm>
            <a:off x="10056137" y="3729828"/>
            <a:ext cx="1013527" cy="6826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algn="ctr">
              <a:buNone/>
            </a:pPr>
            <a:r>
              <a:rPr lang="en-US" sz="1200" b="1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</a:t>
            </a:r>
          </a:p>
          <a:p>
            <a:pPr marL="0" marR="0" algn="ctr">
              <a:buNone/>
            </a:pPr>
            <a:r>
              <a:rPr lang="en-US" sz="1200" u="sng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GearId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 algn="ctr">
              <a:buNone/>
            </a:pPr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GearType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AEE35A2-74F7-EC18-C0F9-6FA2948E2BD5}"/>
              </a:ext>
            </a:extLst>
          </p:cNvPr>
          <p:cNvCxnSpPr>
            <a:cxnSpLocks/>
            <a:stCxn id="6" idx="3"/>
            <a:endCxn id="55" idx="1"/>
          </p:cNvCxnSpPr>
          <p:nvPr/>
        </p:nvCxnSpPr>
        <p:spPr>
          <a:xfrm flipV="1">
            <a:off x="2362675" y="4071142"/>
            <a:ext cx="1665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1DFF9741-0F70-B9A9-9AEB-498E31BECBF6}"/>
              </a:ext>
            </a:extLst>
          </p:cNvPr>
          <p:cNvCxnSpPr>
            <a:cxnSpLocks/>
            <a:stCxn id="55" idx="3"/>
            <a:endCxn id="56" idx="1"/>
          </p:cNvCxnSpPr>
          <p:nvPr/>
        </p:nvCxnSpPr>
        <p:spPr>
          <a:xfrm>
            <a:off x="5629271" y="4071142"/>
            <a:ext cx="12176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71000F1-93EA-247E-8A84-87318AB40F95}"/>
              </a:ext>
            </a:extLst>
          </p:cNvPr>
          <p:cNvCxnSpPr>
            <a:cxnSpLocks/>
            <a:stCxn id="56" idx="3"/>
            <a:endCxn id="57" idx="1"/>
          </p:cNvCxnSpPr>
          <p:nvPr/>
        </p:nvCxnSpPr>
        <p:spPr>
          <a:xfrm flipV="1">
            <a:off x="9542638" y="4071141"/>
            <a:ext cx="51349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3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C6E82-3B56-7367-7ACF-69D6C3486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AD97C7-DEBE-62C8-60F1-6A62E416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catchByEffort</a:t>
            </a:r>
            <a:endParaRPr lang="en-US" dirty="0"/>
          </a:p>
        </p:txBody>
      </p:sp>
      <p:sp>
        <p:nvSpPr>
          <p:cNvPr id="5" name="Oval 1">
            <a:extLst>
              <a:ext uri="{FF2B5EF4-FFF2-40B4-BE49-F238E27FC236}">
                <a16:creationId xmlns:a16="http://schemas.microsoft.com/office/drawing/2014/main" id="{63D1010D-187C-CBCE-D8EF-07F5C49E6297}"/>
              </a:ext>
            </a:extLst>
          </p:cNvPr>
          <p:cNvSpPr/>
          <p:nvPr/>
        </p:nvSpPr>
        <p:spPr>
          <a:xfrm>
            <a:off x="592137" y="1842690"/>
            <a:ext cx="2239961" cy="1421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ModuleDataCatchBySpecies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TotalNumberCaugh</a:t>
            </a:r>
            <a:r>
              <a:rPr lang="en-US" sz="1200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LengthAverage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LengthMaximum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LengthMinimum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3F27521D-007A-864A-7E95-FF49BA411BA1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76D930F-8B45-04E7-7E3E-4D5961526237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712118" y="3263900"/>
            <a:ext cx="4756150" cy="823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">
            <a:extLst>
              <a:ext uri="{FF2B5EF4-FFF2-40B4-BE49-F238E27FC236}">
                <a16:creationId xmlns:a16="http://schemas.microsoft.com/office/drawing/2014/main" id="{5FE2401A-BFFA-29AA-CEDE-7C96C5964533}"/>
              </a:ext>
            </a:extLst>
          </p:cNvPr>
          <p:cNvSpPr/>
          <p:nvPr/>
        </p:nvSpPr>
        <p:spPr>
          <a:xfrm>
            <a:off x="2082402" y="4111942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18F72-E8C3-F972-2248-BA6FD2FDE5EA}"/>
              </a:ext>
            </a:extLst>
          </p:cNvPr>
          <p:cNvCxnSpPr>
            <a:cxnSpLocks/>
            <a:stCxn id="5" idx="2"/>
            <a:endCxn id="13" idx="0"/>
          </p:cNvCxnSpPr>
          <p:nvPr/>
        </p:nvCxnSpPr>
        <p:spPr>
          <a:xfrm>
            <a:off x="1712118" y="3263900"/>
            <a:ext cx="1045766" cy="848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1">
            <a:extLst>
              <a:ext uri="{FF2B5EF4-FFF2-40B4-BE49-F238E27FC236}">
                <a16:creationId xmlns:a16="http://schemas.microsoft.com/office/drawing/2014/main" id="{F0E000B8-5F45-04EE-B264-811ED14C2A21}"/>
              </a:ext>
            </a:extLst>
          </p:cNvPr>
          <p:cNvSpPr/>
          <p:nvPr/>
        </p:nvSpPr>
        <p:spPr>
          <a:xfrm>
            <a:off x="33226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ModuleDataCatchSampleByInchGroup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InchGroup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NumberCaughtUnmarked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NumberCaughtMarked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3380EF5-361B-BA11-7E5B-5EC9E6DA518F}"/>
              </a:ext>
            </a:extLst>
          </p:cNvPr>
          <p:cNvCxnSpPr>
            <a:cxnSpLocks/>
            <a:stCxn id="38" idx="2"/>
            <a:endCxn id="7" idx="0"/>
          </p:cNvCxnSpPr>
          <p:nvPr/>
        </p:nvCxnSpPr>
        <p:spPr>
          <a:xfrm>
            <a:off x="4798219" y="3087092"/>
            <a:ext cx="1670049" cy="1000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96C7E1-B2EC-C3E2-55C6-DBF02B4CAABA}"/>
              </a:ext>
            </a:extLst>
          </p:cNvPr>
          <p:cNvCxnSpPr>
            <a:cxnSpLocks/>
            <a:stCxn id="38" idx="2"/>
            <a:endCxn id="13" idx="0"/>
          </p:cNvCxnSpPr>
          <p:nvPr/>
        </p:nvCxnSpPr>
        <p:spPr>
          <a:xfrm flipH="1">
            <a:off x="2757884" y="3087092"/>
            <a:ext cx="2040335" cy="1024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Oval 1">
            <a:extLst>
              <a:ext uri="{FF2B5EF4-FFF2-40B4-BE49-F238E27FC236}">
                <a16:creationId xmlns:a16="http://schemas.microsoft.com/office/drawing/2014/main" id="{8794BFCB-0CD3-D62F-28BE-79835CCFE93C}"/>
              </a:ext>
            </a:extLst>
          </p:cNvPr>
          <p:cNvSpPr/>
          <p:nvPr/>
        </p:nvSpPr>
        <p:spPr>
          <a:xfrm>
            <a:off x="6611937" y="1907579"/>
            <a:ext cx="2951163" cy="11795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29CBA1D-BDF4-AF4F-A9A7-0A44836FEA7E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2757884" y="3087092"/>
            <a:ext cx="5329635" cy="102485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B20C067-AF4B-1864-B26F-22E4E53C4846}"/>
              </a:ext>
            </a:extLst>
          </p:cNvPr>
          <p:cNvCxnSpPr>
            <a:cxnSpLocks/>
            <a:stCxn id="74" idx="2"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874FE0CA-DA94-0BB5-C081-880419EACCCE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Need to confirm these joins once we have new data entered</a:t>
            </a:r>
          </a:p>
        </p:txBody>
      </p:sp>
      <p:sp>
        <p:nvSpPr>
          <p:cNvPr id="12" name="Oval 1">
            <a:extLst>
              <a:ext uri="{FF2B5EF4-FFF2-40B4-BE49-F238E27FC236}">
                <a16:creationId xmlns:a16="http://schemas.microsoft.com/office/drawing/2014/main" id="{9B493B7F-5FB2-67D1-E903-204D47D7C3BD}"/>
              </a:ext>
            </a:extLst>
          </p:cNvPr>
          <p:cNvSpPr/>
          <p:nvPr/>
        </p:nvSpPr>
        <p:spPr>
          <a:xfrm>
            <a:off x="2082401" y="5291455"/>
            <a:ext cx="1350963" cy="792719"/>
          </a:xfrm>
          <a:prstGeom prst="hexag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LegalSizes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LegalSize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AE46C1-1B8D-7C20-EF65-D20C1F3846E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2757883" y="4904661"/>
            <a:ext cx="1" cy="386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">
            <a:extLst>
              <a:ext uri="{FF2B5EF4-FFF2-40B4-BE49-F238E27FC236}">
                <a16:creationId xmlns:a16="http://schemas.microsoft.com/office/drawing/2014/main" id="{A88200D1-2FA7-C9BB-C320-3AD2B05F0804}"/>
              </a:ext>
            </a:extLst>
          </p:cNvPr>
          <p:cNvSpPr/>
          <p:nvPr/>
        </p:nvSpPr>
        <p:spPr>
          <a:xfrm>
            <a:off x="5710235" y="5331538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C5B9D03-0DB8-6CB3-CA9F-3201452C90FD}"/>
              </a:ext>
            </a:extLst>
          </p:cNvPr>
          <p:cNvCxnSpPr>
            <a:cxnSpLocks/>
            <a:stCxn id="19" idx="0"/>
            <a:endCxn id="7" idx="2"/>
          </p:cNvCxnSpPr>
          <p:nvPr/>
        </p:nvCxnSpPr>
        <p:spPr>
          <a:xfrm flipV="1">
            <a:off x="6468267" y="4879855"/>
            <a:ext cx="1" cy="451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Explosion: 8 Points 23">
            <a:extLst>
              <a:ext uri="{FF2B5EF4-FFF2-40B4-BE49-F238E27FC236}">
                <a16:creationId xmlns:a16="http://schemas.microsoft.com/office/drawing/2014/main" id="{4745DB2B-329F-010A-51F8-365B963F646F}"/>
              </a:ext>
            </a:extLst>
          </p:cNvPr>
          <p:cNvSpPr/>
          <p:nvPr/>
        </p:nvSpPr>
        <p:spPr>
          <a:xfrm>
            <a:off x="8935241" y="4983518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 info on summaries?</a:t>
            </a:r>
          </a:p>
        </p:txBody>
      </p:sp>
    </p:spTree>
    <p:extLst>
      <p:ext uri="{BB962C8B-B14F-4D97-AF65-F5344CB8AC3E}">
        <p14:creationId xmlns:p14="http://schemas.microsoft.com/office/powerpoint/2010/main" val="3322492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C681D-C28B-2DA5-BE7C-DB42CBE3D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66993E-22CC-8960-30E3-116133069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catch_summary_table</a:t>
            </a:r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73E434-CB22-6DAD-802E-93462B042E39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2235001" y="3004264"/>
            <a:ext cx="0" cy="8494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Explosion: 8 Points 10">
            <a:extLst>
              <a:ext uri="{FF2B5EF4-FFF2-40B4-BE49-F238E27FC236}">
                <a16:creationId xmlns:a16="http://schemas.microsoft.com/office/drawing/2014/main" id="{B3D0F06D-DB70-E021-E141-F59AF8C8AB58}"/>
              </a:ext>
            </a:extLst>
          </p:cNvPr>
          <p:cNvSpPr/>
          <p:nvPr/>
        </p:nvSpPr>
        <p:spPr>
          <a:xfrm>
            <a:off x="7801766" y="3280489"/>
            <a:ext cx="2266950" cy="1703029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 info on summaries?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05B9EE-2FF8-B44C-370B-8A17D8BF7C4A}"/>
              </a:ext>
            </a:extLst>
          </p:cNvPr>
          <p:cNvSpPr/>
          <p:nvPr/>
        </p:nvSpPr>
        <p:spPr>
          <a:xfrm>
            <a:off x="1413868" y="1824752"/>
            <a:ext cx="1642266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catchByEffort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165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E5FAD-35DA-FABB-FC20-95F5592C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4CB11E-5E2E-302D-3DB2-2779B0D21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Age_length_summary</a:t>
            </a:r>
            <a:endParaRPr lang="en-US" dirty="0"/>
          </a:p>
        </p:txBody>
      </p:sp>
      <p:sp>
        <p:nvSpPr>
          <p:cNvPr id="7" name="Oval 1">
            <a:extLst>
              <a:ext uri="{FF2B5EF4-FFF2-40B4-BE49-F238E27FC236}">
                <a16:creationId xmlns:a16="http://schemas.microsoft.com/office/drawing/2014/main" id="{738DB486-0B48-9129-FA57-EE80E82478D3}"/>
              </a:ext>
            </a:extLst>
          </p:cNvPr>
          <p:cNvSpPr/>
          <p:nvPr/>
        </p:nvSpPr>
        <p:spPr>
          <a:xfrm>
            <a:off x="5792786" y="4087136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Oval 1">
            <a:extLst>
              <a:ext uri="{FF2B5EF4-FFF2-40B4-BE49-F238E27FC236}">
                <a16:creationId xmlns:a16="http://schemas.microsoft.com/office/drawing/2014/main" id="{DEE262BF-C7FB-C80B-4CC8-AF427622E89B}"/>
              </a:ext>
            </a:extLst>
          </p:cNvPr>
          <p:cNvSpPr/>
          <p:nvPr/>
        </p:nvSpPr>
        <p:spPr>
          <a:xfrm>
            <a:off x="488155" y="3792257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</a:t>
            </a: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Strain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DDD03D-E990-2194-A4DB-C8F10444FA50}"/>
              </a:ext>
            </a:extLst>
          </p:cNvPr>
          <p:cNvCxnSpPr>
            <a:cxnSpLocks/>
            <a:stCxn id="2" idx="2"/>
            <a:endCxn id="13" idx="0"/>
          </p:cNvCxnSpPr>
          <p:nvPr/>
        </p:nvCxnSpPr>
        <p:spPr>
          <a:xfrm flipH="1">
            <a:off x="1163637" y="3263900"/>
            <a:ext cx="675482" cy="528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1">
            <a:extLst>
              <a:ext uri="{FF2B5EF4-FFF2-40B4-BE49-F238E27FC236}">
                <a16:creationId xmlns:a16="http://schemas.microsoft.com/office/drawing/2014/main" id="{2B178FF1-30AE-DFFC-19AF-E9CF6A50FC41}"/>
              </a:ext>
            </a:extLst>
          </p:cNvPr>
          <p:cNvSpPr/>
          <p:nvPr/>
        </p:nvSpPr>
        <p:spPr>
          <a:xfrm>
            <a:off x="7043735" y="5290143"/>
            <a:ext cx="1516063" cy="1179512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FISH_query</a:t>
            </a:r>
            <a:endParaRPr lang="en-US" sz="1200" b="1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30920DD-6278-7159-0D80-291D8AE9D9B4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6468268" y="4879855"/>
            <a:ext cx="1333499" cy="41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10FB7AB-C868-17B9-B8D5-568B70158A7B}"/>
              </a:ext>
            </a:extLst>
          </p:cNvPr>
          <p:cNvCxnSpPr>
            <a:cxnSpLocks/>
            <a:endCxn id="25" idx="0"/>
          </p:cNvCxnSpPr>
          <p:nvPr/>
        </p:nvCxnSpPr>
        <p:spPr>
          <a:xfrm flipH="1">
            <a:off x="7801767" y="3087092"/>
            <a:ext cx="285752" cy="220305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C67D152-E33D-B84F-C18B-FB954C82EA71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6468268" y="3087092"/>
            <a:ext cx="1619251" cy="100004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036EC3D-1D78-C254-2687-3311AA086CE2}"/>
              </a:ext>
            </a:extLst>
          </p:cNvPr>
          <p:cNvSpPr/>
          <p:nvPr/>
        </p:nvSpPr>
        <p:spPr>
          <a:xfrm>
            <a:off x="363537" y="1789012"/>
            <a:ext cx="2951163" cy="14748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ModuleDataScaleEnvelope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SurveyId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ModuleDataId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EnvelopeSerialNumber</a:t>
            </a:r>
            <a:endParaRPr lang="en-US" sz="1200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SpeciesStrainId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TotalLengthEntered</a:t>
            </a:r>
            <a:endParaRPr lang="en-US" sz="1200" kern="100" dirty="0">
              <a:solidFill>
                <a:srgbClr val="000000"/>
              </a:solidFill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Oval 1">
            <a:extLst>
              <a:ext uri="{FF2B5EF4-FFF2-40B4-BE49-F238E27FC236}">
                <a16:creationId xmlns:a16="http://schemas.microsoft.com/office/drawing/2014/main" id="{724BE42C-3A49-4BBD-1C91-2B73DEB7EBD2}"/>
              </a:ext>
            </a:extLst>
          </p:cNvPr>
          <p:cNvSpPr/>
          <p:nvPr/>
        </p:nvSpPr>
        <p:spPr>
          <a:xfrm>
            <a:off x="2305049" y="3776699"/>
            <a:ext cx="1350963" cy="7927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b="1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</a:t>
            </a:r>
            <a:endParaRPr lang="en-US" sz="1200" b="1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u="sng" kern="100" dirty="0" err="1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AgeClassId</a:t>
            </a:r>
            <a:endParaRPr lang="en-US" sz="1200" u="sng" kern="100" dirty="0">
              <a:solidFill>
                <a:srgbClr val="000000"/>
              </a:solidFill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sz="1200" kern="100" dirty="0">
                <a:solidFill>
                  <a:srgbClr val="0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Descriptions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C9D13-EC2A-D8FE-5020-478C962A2E50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1839119" y="3263900"/>
            <a:ext cx="1141412" cy="512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178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178</Words>
  <Application>Microsoft Office PowerPoint</Application>
  <PresentationFormat>Widescreen</PresentationFormat>
  <Paragraphs>97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Overall workflow</vt:lpstr>
      <vt:lpstr>FISH_query</vt:lpstr>
      <vt:lpstr>catchByEffort</vt:lpstr>
      <vt:lpstr>catch_summary_table</vt:lpstr>
      <vt:lpstr>Age_length_summary</vt:lpstr>
    </vt:vector>
  </TitlesOfParts>
  <Company>State Of Michigan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Nathan, Lucas (DNR)</dc:creator>
  <cp:lastModifiedBy>Nathan, Lucas (DNR)</cp:lastModifiedBy>
  <cp:revision>1</cp:revision>
  <dcterms:created xsi:type="dcterms:W3CDTF">2026-06-25T15:10:41Z</dcterms:created>
  <dcterms:modified xsi:type="dcterms:W3CDTF">2026-06-29T20:58:02Z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fed65-62e7-46ea-af74-187e0c17143a_Enabled">
    <vt:lpwstr>true</vt:lpwstr>
  </property>
  <property fmtid="{D5CDD505-2E9C-101B-9397-08002B2CF9AE}" pid="3" name="MSIP_Label_3a2fed65-62e7-46ea-af74-187e0c17143a_SetDate">
    <vt:lpwstr>2026-06-25T15:59:42Z</vt:lpwstr>
  </property>
  <property fmtid="{D5CDD505-2E9C-101B-9397-08002B2CF9AE}" pid="4" name="MSIP_Label_3a2fed65-62e7-46ea-af74-187e0c17143a_Method">
    <vt:lpwstr>Privileged</vt:lpwstr>
  </property>
  <property fmtid="{D5CDD505-2E9C-101B-9397-08002B2CF9AE}" pid="5" name="MSIP_Label_3a2fed65-62e7-46ea-af74-187e0c17143a_Name">
    <vt:lpwstr>3a2fed65-62e7-46ea-af74-187e0c17143a</vt:lpwstr>
  </property>
  <property fmtid="{D5CDD505-2E9C-101B-9397-08002B2CF9AE}" pid="6" name="MSIP_Label_3a2fed65-62e7-46ea-af74-187e0c17143a_SiteId">
    <vt:lpwstr>d5fb7087-3777-42ad-966a-892ef47225d1</vt:lpwstr>
  </property>
  <property fmtid="{D5CDD505-2E9C-101B-9397-08002B2CF9AE}" pid="7" name="MSIP_Label_3a2fed65-62e7-46ea-af74-187e0c17143a_ActionId">
    <vt:lpwstr>1e348e7f-edbf-47f3-8cd7-213c5f6f68ae</vt:lpwstr>
  </property>
  <property fmtid="{D5CDD505-2E9C-101B-9397-08002B2CF9AE}" pid="8" name="MSIP_Label_3a2fed65-62e7-46ea-af74-187e0c17143a_ContentBits">
    <vt:lpwstr>0</vt:lpwstr>
  </property>
  <property fmtid="{D5CDD505-2E9C-101B-9397-08002B2CF9AE}" pid="9" name="MSIP_Label_3a2fed65-62e7-46ea-af74-187e0c17143a_Tag">
    <vt:lpwstr>10, 0, 1, 1</vt:lpwstr>
  </property>
</Properties>
</file>