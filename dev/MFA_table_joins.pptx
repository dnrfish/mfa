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7" r:id="rId5"/>
    <p:sldId id="268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5AC92B-2308-4395-BD5A-764B9D49FDF5}" v="3" dt="2026-09-29T19:41:01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 sldOrd">
      <pc:chgData name="Nathan, Lucas (DNR)" userId="96837891-6aae-41c1-b905-2f597761f76b" providerId="ADAL" clId="{F64F8652-B73F-49BC-A105-17EA9971C31A}" dt="2026-09-29T19:41:26.794" v="1089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9-29T19:41:12.424" v="1087" actId="478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9-29T19:41:10.244" v="1086" actId="1076"/>
          <ac:spMkLst>
            <pc:docMk/>
            <pc:sldMk cId="4018073164" sldId="256"/>
            <ac:spMk id="11" creationId="{BB7CA647-AE2A-13CD-C36F-8D1D8DAC0349}"/>
          </ac:spMkLst>
        </pc:spChg>
        <pc:cxnChg chg="add del mod">
          <ac:chgData name="Nathan, Lucas (DNR)" userId="96837891-6aae-41c1-b905-2f597761f76b" providerId="ADAL" clId="{F64F8652-B73F-49BC-A105-17EA9971C31A}" dt="2026-09-29T19:41:12.424" v="1087" actId="478"/>
          <ac:cxnSpMkLst>
            <pc:docMk/>
            <pc:sldMk cId="4018073164" sldId="256"/>
            <ac:cxnSpMk id="2" creationId="{14617A0D-EB9F-2B33-822A-7FA2DEBB957C}"/>
          </ac:cxnSpMkLst>
        </pc:cxnChg>
        <pc:cxnChg chg="add del mod">
          <ac:chgData name="Nathan, Lucas (DNR)" userId="96837891-6aae-41c1-b905-2f597761f76b" providerId="ADAL" clId="{F64F8652-B73F-49BC-A105-17EA9971C31A}" dt="2026-09-29T19:40:48.294" v="1078" actId="478"/>
          <ac:cxnSpMkLst>
            <pc:docMk/>
            <pc:sldMk cId="4018073164" sldId="256"/>
            <ac:cxnSpMk id="10" creationId="{669BFF34-9D1C-78DB-4BAB-183AEF5AA4F4}"/>
          </ac:cxnSpMkLst>
        </pc:cxnChg>
        <pc:cxnChg chg="mod">
          <ac:chgData name="Nathan, Lucas (DNR)" userId="96837891-6aae-41c1-b905-2f597761f76b" providerId="ADAL" clId="{F64F8652-B73F-49BC-A105-17EA9971C31A}" dt="2026-09-29T19:40:24.330" v="1071" actId="17032"/>
          <ac:cxnSpMkLst>
            <pc:docMk/>
            <pc:sldMk cId="4018073164" sldId="256"/>
            <ac:cxnSpMk id="12" creationId="{81A26EC5-D573-533A-BC0E-C461C4C8848C}"/>
          </ac:cxnSpMkLst>
        </pc:cxnChg>
      </pc:sldChg>
      <pc:sldChg chg="addSp modSp mod">
        <pc:chgData name="Nathan, Lucas (DNR)" userId="96837891-6aae-41c1-b905-2f597761f76b" providerId="ADAL" clId="{F64F8652-B73F-49BC-A105-17EA9971C31A}" dt="2026-09-29T19:41:26.794" v="1089" actId="1076"/>
        <pc:sldMkLst>
          <pc:docMk/>
          <pc:sldMk cId="3322492765" sldId="261"/>
        </pc:sldMkLst>
        <pc:spChg chg="add mod">
          <ac:chgData name="Nathan, Lucas (DNR)" userId="96837891-6aae-41c1-b905-2f597761f76b" providerId="ADAL" clId="{F64F8652-B73F-49BC-A105-17EA9971C31A}" dt="2026-09-29T19:41:26.794" v="1089" actId="1076"/>
          <ac:spMkLst>
            <pc:docMk/>
            <pc:sldMk cId="3322492765" sldId="261"/>
            <ac:spMk id="3" creationId="{CAF8DB76-DF0D-6DA6-0FC9-4A9E564AFA4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4798"/>
            <a:ext cx="977895" cy="44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7" idx="4"/>
            <a:endCxn id="131" idx="0"/>
          </p:cNvCxnSpPr>
          <p:nvPr/>
        </p:nvCxnSpPr>
        <p:spPr>
          <a:xfrm>
            <a:off x="2391560" y="4304798"/>
            <a:ext cx="1718473" cy="527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8534407" y="4525932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ageLengthSummary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4462471" cy="1478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0"/>
          </p:cNvCxnSpPr>
          <p:nvPr/>
        </p:nvCxnSpPr>
        <p:spPr>
          <a:xfrm>
            <a:off x="5337969" y="3047462"/>
            <a:ext cx="758031" cy="525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5540368" y="5023706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1570427" y="3125286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2391560" y="3047462"/>
            <a:ext cx="2946409" cy="7782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5274867" y="3573081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4"/>
            <a:endCxn id="146" idx="0"/>
          </p:cNvCxnSpPr>
          <p:nvPr/>
        </p:nvCxnSpPr>
        <p:spPr>
          <a:xfrm>
            <a:off x="6096000" y="4752593"/>
            <a:ext cx="710401" cy="271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1">
            <a:extLst>
              <a:ext uri="{FF2B5EF4-FFF2-40B4-BE49-F238E27FC236}">
                <a16:creationId xmlns:a16="http://schemas.microsoft.com/office/drawing/2014/main" id="{8B85A523-01A2-1DA7-72C4-D28D66DEECBB}"/>
              </a:ext>
            </a:extLst>
          </p:cNvPr>
          <p:cNvSpPr/>
          <p:nvPr/>
        </p:nvSpPr>
        <p:spPr>
          <a:xfrm>
            <a:off x="10565601" y="321559"/>
            <a:ext cx="1352080" cy="83099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Summary functions</a:t>
            </a:r>
          </a:p>
        </p:txBody>
      </p:sp>
      <p:sp>
        <p:nvSpPr>
          <p:cNvPr id="37" name="Oval 1">
            <a:extLst>
              <a:ext uri="{FF2B5EF4-FFF2-40B4-BE49-F238E27FC236}">
                <a16:creationId xmlns:a16="http://schemas.microsoft.com/office/drawing/2014/main" id="{4F3D3F9A-BD58-A8B4-D609-BC9D6BE92DE4}"/>
              </a:ext>
            </a:extLst>
          </p:cNvPr>
          <p:cNvSpPr/>
          <p:nvPr/>
        </p:nvSpPr>
        <p:spPr>
          <a:xfrm>
            <a:off x="9213521" y="328961"/>
            <a:ext cx="1352080" cy="830997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Join functions</a:t>
            </a:r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5CB56F00-E8BD-EC94-645A-FEECDB529A91}"/>
              </a:ext>
            </a:extLst>
          </p:cNvPr>
          <p:cNvSpPr/>
          <p:nvPr/>
        </p:nvSpPr>
        <p:spPr>
          <a:xfrm>
            <a:off x="9592696" y="3047462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detectionByYear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E6E467D-E8AF-C9DD-AC7F-04E2A3F21B8F}"/>
              </a:ext>
            </a:extLst>
          </p:cNvPr>
          <p:cNvCxnSpPr>
            <a:cxnSpLocks/>
            <a:stCxn id="114" idx="6"/>
            <a:endCxn id="5" idx="1"/>
          </p:cNvCxnSpPr>
          <p:nvPr/>
        </p:nvCxnSpPr>
        <p:spPr>
          <a:xfrm>
            <a:off x="6096000" y="2457706"/>
            <a:ext cx="3867508" cy="7624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7CA647-AE2A-13CD-C36F-8D1D8DAC0349}"/>
              </a:ext>
            </a:extLst>
          </p:cNvPr>
          <p:cNvSpPr txBox="1"/>
          <p:nvPr/>
        </p:nvSpPr>
        <p:spPr>
          <a:xfrm>
            <a:off x="3377970" y="271704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AF8DB76-DF0D-6DA6-0FC9-4A9E564AFA44}"/>
              </a:ext>
            </a:extLst>
          </p:cNvPr>
          <p:cNvSpPr txBox="1"/>
          <p:nvPr/>
        </p:nvSpPr>
        <p:spPr>
          <a:xfrm>
            <a:off x="6528044" y="4937400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EC770-ABF2-E7DB-48BD-27DD73AA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DB27A-A354-2A95-0493-8B923E5D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RSD</a:t>
            </a: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2079E76D-952B-11A9-1116-CD85142B68BB}"/>
              </a:ext>
            </a:extLst>
          </p:cNvPr>
          <p:cNvSpPr/>
          <p:nvPr/>
        </p:nvSpPr>
        <p:spPr>
          <a:xfrm>
            <a:off x="2924096" y="3673156"/>
            <a:ext cx="2266949" cy="1618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Gabelhouse_RSD_lengths.csv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Stock.in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Quality.in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Preferred.in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Memorable.in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Trophy.in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3CA7C3-AE98-69BE-AC0A-6A4141EBCDEA}"/>
              </a:ext>
            </a:extLst>
          </p:cNvPr>
          <p:cNvCxnSpPr>
            <a:cxnSpLocks/>
            <a:stCxn id="19" idx="4"/>
            <a:endCxn id="13" idx="0"/>
          </p:cNvCxnSpPr>
          <p:nvPr/>
        </p:nvCxnSpPr>
        <p:spPr>
          <a:xfrm>
            <a:off x="4040188" y="2675473"/>
            <a:ext cx="17383" cy="997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03579F9D-D5C9-CD07-D7FB-4B0CB3BA039D}"/>
              </a:ext>
            </a:extLst>
          </p:cNvPr>
          <p:cNvSpPr/>
          <p:nvPr/>
        </p:nvSpPr>
        <p:spPr>
          <a:xfrm>
            <a:off x="3282156" y="1495961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36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ageLengthSummary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195</Words>
  <Application>Microsoft Office PowerPoint</Application>
  <PresentationFormat>Widescreen</PresentationFormat>
  <Paragraphs>134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lengthFreqByEffort</vt:lpstr>
      <vt:lpstr>RSD</vt:lpstr>
      <vt:lpstr>ageLengthSummary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2026-09-29T19:41:28Z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