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3" r:id="rId5"/>
    <p:sldId id="258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1603EB-896B-47D6-9EA3-975A2DE2B083}" v="24" dt="2026-06-30T21:08:31.1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">
      <pc:chgData name="Nathan, Lucas (DNR)" userId="96837891-6aae-41c1-b905-2f597761f76b" providerId="ADAL" clId="{F64F8652-B73F-49BC-A105-17EA9971C31A}" dt="2026-06-30T21:09:55.328" v="589" actId="1076"/>
      <pc:docMkLst>
        <pc:docMk/>
      </pc:docMkLst>
      <pc:sldChg chg="addSp delSp modSp mod">
        <pc:chgData name="Nathan, Lucas (DNR)" userId="96837891-6aae-41c1-b905-2f597761f76b" providerId="ADAL" clId="{F64F8652-B73F-49BC-A105-17EA9971C31A}" dt="2026-06-30T21:09:55.328" v="589" actId="1076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6-30T21:09:46.431" v="588" actId="1076"/>
          <ac:spMkLst>
            <pc:docMk/>
            <pc:sldMk cId="4018073164" sldId="256"/>
            <ac:spMk id="7" creationId="{4FE9BE98-0136-BEEC-A5C5-767111FEA440}"/>
          </ac:spMkLst>
        </pc:spChg>
        <pc:spChg chg="mod">
          <ac:chgData name="Nathan, Lucas (DNR)" userId="96837891-6aae-41c1-b905-2f597761f76b" providerId="ADAL" clId="{F64F8652-B73F-49BC-A105-17EA9971C31A}" dt="2026-06-30T21:09:55.328" v="589" actId="1076"/>
          <ac:spMkLst>
            <pc:docMk/>
            <pc:sldMk cId="4018073164" sldId="256"/>
            <ac:spMk id="113" creationId="{E4F7837C-465A-CE42-65C5-756BC6581BBA}"/>
          </ac:spMkLst>
        </pc:spChg>
        <pc:spChg chg="del">
          <ac:chgData name="Nathan, Lucas (DNR)" userId="96837891-6aae-41c1-b905-2f597761f76b" providerId="ADAL" clId="{F64F8652-B73F-49BC-A105-17EA9971C31A}" dt="2026-06-29T19:32:11.823" v="14" actId="478"/>
          <ac:spMkLst>
            <pc:docMk/>
            <pc:sldMk cId="4018073164" sldId="256"/>
            <ac:spMk id="116" creationId="{58981A44-2D30-B03A-40AF-B4D55A7E46A4}"/>
          </ac:spMkLst>
        </pc:spChg>
        <pc:spChg chg="del">
          <ac:chgData name="Nathan, Lucas (DNR)" userId="96837891-6aae-41c1-b905-2f597761f76b" providerId="ADAL" clId="{F64F8652-B73F-49BC-A105-17EA9971C31A}" dt="2026-06-29T19:32:12.841" v="15" actId="478"/>
          <ac:spMkLst>
            <pc:docMk/>
            <pc:sldMk cId="4018073164" sldId="256"/>
            <ac:spMk id="117" creationId="{26B2E6BC-1735-4EF8-6CF5-FE1B71D9491D}"/>
          </ac:spMkLst>
        </pc:spChg>
        <pc:cxnChg chg="add mod">
          <ac:chgData name="Nathan, Lucas (DNR)" userId="96837891-6aae-41c1-b905-2f597761f76b" providerId="ADAL" clId="{F64F8652-B73F-49BC-A105-17EA9971C31A}" dt="2026-06-30T21:09:46.431" v="588" actId="1076"/>
          <ac:cxnSpMkLst>
            <pc:docMk/>
            <pc:sldMk cId="4018073164" sldId="256"/>
            <ac:cxnSpMk id="12" creationId="{81A26EC5-D573-533A-BC0E-C461C4C8848C}"/>
          </ac:cxnSpMkLst>
        </pc:cxnChg>
        <pc:cxnChg chg="mod">
          <ac:chgData name="Nathan, Lucas (DNR)" userId="96837891-6aae-41c1-b905-2f597761f76b" providerId="ADAL" clId="{F64F8652-B73F-49BC-A105-17EA9971C31A}" dt="2026-06-30T21:09:46.431" v="588" actId="1076"/>
          <ac:cxnSpMkLst>
            <pc:docMk/>
            <pc:sldMk cId="4018073164" sldId="256"/>
            <ac:cxnSpMk id="119" creationId="{E5FC0A42-AE9F-0B0B-485B-29F8C0298083}"/>
          </ac:cxnSpMkLst>
        </pc:cxnChg>
        <pc:cxnChg chg="del mod">
          <ac:chgData name="Nathan, Lucas (DNR)" userId="96837891-6aae-41c1-b905-2f597761f76b" providerId="ADAL" clId="{F64F8652-B73F-49BC-A105-17EA9971C31A}" dt="2026-06-29T19:32:14.031" v="16" actId="478"/>
          <ac:cxnSpMkLst>
            <pc:docMk/>
            <pc:sldMk cId="4018073164" sldId="256"/>
            <ac:cxnSpMk id="124" creationId="{E5109F92-7FEE-64A0-E5A1-96C05482E3D8}"/>
          </ac:cxnSpMkLst>
        </pc:cxnChg>
        <pc:cxnChg chg="mod">
          <ac:chgData name="Nathan, Lucas (DNR)" userId="96837891-6aae-41c1-b905-2f597761f76b" providerId="ADAL" clId="{F64F8652-B73F-49BC-A105-17EA9971C31A}" dt="2026-06-30T21:09:01.116" v="584" actId="14100"/>
          <ac:cxnSpMkLst>
            <pc:docMk/>
            <pc:sldMk cId="4018073164" sldId="256"/>
            <ac:cxnSpMk id="127" creationId="{4523B275-7E03-2157-6D4C-DDEFFA1D55B1}"/>
          </ac:cxnSpMkLst>
        </pc:cxnChg>
        <pc:cxnChg chg="mod">
          <ac:chgData name="Nathan, Lucas (DNR)" userId="96837891-6aae-41c1-b905-2f597761f76b" providerId="ADAL" clId="{F64F8652-B73F-49BC-A105-17EA9971C31A}" dt="2026-06-30T21:09:27.820" v="587" actId="14100"/>
          <ac:cxnSpMkLst>
            <pc:docMk/>
            <pc:sldMk cId="4018073164" sldId="256"/>
            <ac:cxnSpMk id="137" creationId="{72489654-A647-3A7F-4431-D5E48C7D81F8}"/>
          </ac:cxnSpMkLst>
        </pc:cxnChg>
        <pc:cxnChg chg="mod">
          <ac:chgData name="Nathan, Lucas (DNR)" userId="96837891-6aae-41c1-b905-2f597761f76b" providerId="ADAL" clId="{F64F8652-B73F-49BC-A105-17EA9971C31A}" dt="2026-06-30T21:09:25.389" v="586" actId="14100"/>
          <ac:cxnSpMkLst>
            <pc:docMk/>
            <pc:sldMk cId="4018073164" sldId="256"/>
            <ac:cxnSpMk id="143" creationId="{BF46648B-8EDA-6C28-B5D0-4CED0A3094C8}"/>
          </ac:cxnSpMkLst>
        </pc:cxnChg>
      </pc:sldChg>
      <pc:sldChg chg="del">
        <pc:chgData name="Nathan, Lucas (DNR)" userId="96837891-6aae-41c1-b905-2f597761f76b" providerId="ADAL" clId="{F64F8652-B73F-49BC-A105-17EA9971C31A}" dt="2026-06-29T19:32:32.280" v="21" actId="47"/>
        <pc:sldMkLst>
          <pc:docMk/>
          <pc:sldMk cId="3617245666" sldId="257"/>
        </pc:sldMkLst>
      </pc:sldChg>
      <pc:sldChg chg="addSp delSp modSp mod">
        <pc:chgData name="Nathan, Lucas (DNR)" userId="96837891-6aae-41c1-b905-2f597761f76b" providerId="ADAL" clId="{F64F8652-B73F-49BC-A105-17EA9971C31A}" dt="2026-06-30T21:08:28.867" v="556"/>
        <pc:sldMkLst>
          <pc:docMk/>
          <pc:sldMk cId="3824178543" sldId="258"/>
        </pc:sldMkLst>
        <pc:spChg chg="mod">
          <ac:chgData name="Nathan, Lucas (DNR)" userId="96837891-6aae-41c1-b905-2f597761f76b" providerId="ADAL" clId="{F64F8652-B73F-49BC-A105-17EA9971C31A}" dt="2026-06-30T21:06:53.492" v="539" actId="1076"/>
          <ac:spMkLst>
            <pc:docMk/>
            <pc:sldMk cId="3824178543" sldId="258"/>
            <ac:spMk id="7" creationId="{738DB486-0B48-9129-FA57-EE80E82478D3}"/>
          </ac:spMkLst>
        </pc:spChg>
        <pc:spChg chg="add mod">
          <ac:chgData name="Nathan, Lucas (DNR)" userId="96837891-6aae-41c1-b905-2f597761f76b" providerId="ADAL" clId="{F64F8652-B73F-49BC-A105-17EA9971C31A}" dt="2026-06-30T21:07:41.806" v="545" actId="1076"/>
          <ac:spMkLst>
            <pc:docMk/>
            <pc:sldMk cId="3824178543" sldId="258"/>
            <ac:spMk id="11" creationId="{3B9536FD-AA33-FD98-4295-D67D0C0CA61A}"/>
          </ac:spMkLst>
        </pc:spChg>
        <pc:spChg chg="mod">
          <ac:chgData name="Nathan, Lucas (DNR)" userId="96837891-6aae-41c1-b905-2f597761f76b" providerId="ADAL" clId="{F64F8652-B73F-49BC-A105-17EA9971C31A}" dt="2026-06-30T21:07:11.467" v="542" actId="1076"/>
          <ac:spMkLst>
            <pc:docMk/>
            <pc:sldMk cId="3824178543" sldId="258"/>
            <ac:spMk id="25" creationId="{2B178FF1-30AE-DFFC-19AF-E9CF6A50FC41}"/>
          </ac:spMkLst>
        </pc:spChg>
        <pc:cxnChg chg="add mod">
          <ac:chgData name="Nathan, Lucas (DNR)" userId="96837891-6aae-41c1-b905-2f597761f76b" providerId="ADAL" clId="{F64F8652-B73F-49BC-A105-17EA9971C31A}" dt="2026-06-30T21:07:55.766" v="550" actId="14100"/>
          <ac:cxnSpMkLst>
            <pc:docMk/>
            <pc:sldMk cId="3824178543" sldId="258"/>
            <ac:cxnSpMk id="12" creationId="{C9DB5F63-3404-5507-1BB5-58E79FE00B0A}"/>
          </ac:cxnSpMkLst>
        </pc:cxnChg>
        <pc:cxnChg chg="add mod">
          <ac:chgData name="Nathan, Lucas (DNR)" userId="96837891-6aae-41c1-b905-2f597761f76b" providerId="ADAL" clId="{F64F8652-B73F-49BC-A105-17EA9971C31A}" dt="2026-06-30T21:08:07.119" v="555" actId="14100"/>
          <ac:cxnSpMkLst>
            <pc:docMk/>
            <pc:sldMk cId="3824178543" sldId="258"/>
            <ac:cxnSpMk id="17" creationId="{88DF40E1-B77B-B4EE-4069-0D3CE97B51F1}"/>
          </ac:cxnSpMkLst>
        </pc:cxnChg>
        <pc:cxnChg chg="add mod">
          <ac:chgData name="Nathan, Lucas (DNR)" userId="96837891-6aae-41c1-b905-2f597761f76b" providerId="ADAL" clId="{F64F8652-B73F-49BC-A105-17EA9971C31A}" dt="2026-06-30T21:08:28.867" v="556"/>
          <ac:cxnSpMkLst>
            <pc:docMk/>
            <pc:sldMk cId="3824178543" sldId="258"/>
            <ac:cxnSpMk id="22" creationId="{9E4C5AF1-BAF3-4C51-05A7-DFC08269082B}"/>
          </ac:cxnSpMkLst>
        </pc:cxnChg>
        <pc:cxnChg chg="mod">
          <ac:chgData name="Nathan, Lucas (DNR)" userId="96837891-6aae-41c1-b905-2f597761f76b" providerId="ADAL" clId="{F64F8652-B73F-49BC-A105-17EA9971C31A}" dt="2026-06-30T21:07:11.467" v="542" actId="1076"/>
          <ac:cxnSpMkLst>
            <pc:docMk/>
            <pc:sldMk cId="3824178543" sldId="258"/>
            <ac:cxnSpMk id="26" creationId="{A30920DD-6278-7159-0D80-291D8AE9D9B4}"/>
          </ac:cxnSpMkLst>
        </pc:cxnChg>
        <pc:cxnChg chg="del mod">
          <ac:chgData name="Nathan, Lucas (DNR)" userId="96837891-6aae-41c1-b905-2f597761f76b" providerId="ADAL" clId="{F64F8652-B73F-49BC-A105-17EA9971C31A}" dt="2026-06-30T21:07:12.990" v="543" actId="478"/>
          <ac:cxnSpMkLst>
            <pc:docMk/>
            <pc:sldMk cId="3824178543" sldId="258"/>
            <ac:cxnSpMk id="75" creationId="{810FB7AB-C868-17B9-B8D5-568B70158A7B}"/>
          </ac:cxnSpMkLst>
        </pc:cxnChg>
        <pc:cxnChg chg="mod">
          <ac:chgData name="Nathan, Lucas (DNR)" userId="96837891-6aae-41c1-b905-2f597761f76b" providerId="ADAL" clId="{F64F8652-B73F-49BC-A105-17EA9971C31A}" dt="2026-06-30T21:07:50.911" v="547" actId="1076"/>
          <ac:cxnSpMkLst>
            <pc:docMk/>
            <pc:sldMk cId="3824178543" sldId="258"/>
            <ac:cxnSpMk id="93" creationId="{BC67D152-E33D-B84F-C18B-FB954C82EA71}"/>
          </ac:cxnSpMkLst>
        </pc:cxnChg>
      </pc:sldChg>
      <pc:sldChg chg="addSp delSp modSp mod">
        <pc:chgData name="Nathan, Lucas (DNR)" userId="96837891-6aae-41c1-b905-2f597761f76b" providerId="ADAL" clId="{F64F8652-B73F-49BC-A105-17EA9971C31A}" dt="2026-06-30T15:03:23.791" v="532" actId="478"/>
        <pc:sldMkLst>
          <pc:docMk/>
          <pc:sldMk cId="736430854" sldId="259"/>
        </pc:sldMkLst>
        <pc:spChg chg="mod">
          <ac:chgData name="Nathan, Lucas (DNR)" userId="96837891-6aae-41c1-b905-2f597761f76b" providerId="ADAL" clId="{F64F8652-B73F-49BC-A105-17EA9971C31A}" dt="2026-06-25T16:01:18.150" v="6" actId="1076"/>
          <ac:spMkLst>
            <pc:docMk/>
            <pc:sldMk cId="736430854" sldId="259"/>
            <ac:spMk id="9" creationId="{4DE46BED-CCB7-ED12-76E6-987DDCF23BB5}"/>
          </ac:spMkLst>
        </pc:spChg>
        <pc:spChg chg="add mod">
          <ac:chgData name="Nathan, Lucas (DNR)" userId="96837891-6aae-41c1-b905-2f597761f76b" providerId="ADAL" clId="{F64F8652-B73F-49BC-A105-17EA9971C31A}" dt="2026-06-30T15:00:50.293" v="321" actId="1076"/>
          <ac:spMkLst>
            <pc:docMk/>
            <pc:sldMk cId="736430854" sldId="259"/>
            <ac:spMk id="22" creationId="{94A251C3-E18A-1F32-94AA-9C10E78A9CC8}"/>
          </ac:spMkLst>
        </pc:spChg>
        <pc:spChg chg="add del mod">
          <ac:chgData name="Nathan, Lucas (DNR)" userId="96837891-6aae-41c1-b905-2f597761f76b" providerId="ADAL" clId="{F64F8652-B73F-49BC-A105-17EA9971C31A}" dt="2026-06-30T15:03:23.791" v="532" actId="478"/>
          <ac:spMkLst>
            <pc:docMk/>
            <pc:sldMk cId="736430854" sldId="259"/>
            <ac:spMk id="26" creationId="{02F666D8-2D64-87AF-F713-CF297F963AE6}"/>
          </ac:spMkLst>
        </pc:spChg>
        <pc:spChg chg="mod">
          <ac:chgData name="Nathan, Lucas (DNR)" userId="96837891-6aae-41c1-b905-2f597761f76b" providerId="ADAL" clId="{F64F8652-B73F-49BC-A105-17EA9971C31A}" dt="2026-06-25T16:01:23.717" v="9" actId="1076"/>
          <ac:spMkLst>
            <pc:docMk/>
            <pc:sldMk cId="736430854" sldId="259"/>
            <ac:spMk id="36" creationId="{F232C6D4-D313-5CF3-FB0F-E1501BDC93CD}"/>
          </ac:spMkLst>
        </pc:spChg>
        <pc:spChg chg="mod">
          <ac:chgData name="Nathan, Lucas (DNR)" userId="96837891-6aae-41c1-b905-2f597761f76b" providerId="ADAL" clId="{F64F8652-B73F-49BC-A105-17EA9971C31A}" dt="2026-06-30T15:00:13.943" v="316" actId="1076"/>
          <ac:spMkLst>
            <pc:docMk/>
            <pc:sldMk cId="736430854" sldId="259"/>
            <ac:spMk id="55" creationId="{E5F2DEB9-D5FF-822A-EC32-801F1E718A91}"/>
          </ac:spMkLst>
        </pc:spChg>
        <pc:spChg chg="mod">
          <ac:chgData name="Nathan, Lucas (DNR)" userId="96837891-6aae-41c1-b905-2f597761f76b" providerId="ADAL" clId="{F64F8652-B73F-49BC-A105-17EA9971C31A}" dt="2026-06-30T15:00:15.453" v="317" actId="1076"/>
          <ac:spMkLst>
            <pc:docMk/>
            <pc:sldMk cId="736430854" sldId="259"/>
            <ac:spMk id="56" creationId="{804BC60D-A7DB-B0DC-873E-C88966E8B6E5}"/>
          </ac:spMkLst>
        </pc:spChg>
        <pc:spChg chg="mod">
          <ac:chgData name="Nathan, Lucas (DNR)" userId="96837891-6aae-41c1-b905-2f597761f76b" providerId="ADAL" clId="{F64F8652-B73F-49BC-A105-17EA9971C31A}" dt="2026-06-30T15:00:19.360" v="319" actId="1076"/>
          <ac:spMkLst>
            <pc:docMk/>
            <pc:sldMk cId="736430854" sldId="259"/>
            <ac:spMk id="57" creationId="{9E41CA45-5A62-0DC2-D3E3-DB5565A92737}"/>
          </ac:spMkLst>
        </pc:spChg>
        <pc:cxnChg chg="add mod">
          <ac:chgData name="Nathan, Lucas (DNR)" userId="96837891-6aae-41c1-b905-2f597761f76b" providerId="ADAL" clId="{F64F8652-B73F-49BC-A105-17EA9971C31A}" dt="2026-06-30T15:00:56.981" v="324" actId="14100"/>
          <ac:cxnSpMkLst>
            <pc:docMk/>
            <pc:sldMk cId="736430854" sldId="259"/>
            <ac:cxnSpMk id="23" creationId="{8B2C970B-DFB2-ABD9-17B5-8C09DD3A1C63}"/>
          </ac:cxnSpMkLst>
        </pc:cxnChg>
        <pc:cxnChg chg="mod">
          <ac:chgData name="Nathan, Lucas (DNR)" userId="96837891-6aae-41c1-b905-2f597761f76b" providerId="ADAL" clId="{F64F8652-B73F-49BC-A105-17EA9971C31A}" dt="2026-06-25T16:01:23.717" v="9" actId="1076"/>
          <ac:cxnSpMkLst>
            <pc:docMk/>
            <pc:sldMk cId="736430854" sldId="259"/>
            <ac:cxnSpMk id="33" creationId="{5ACF0083-16C2-F0F9-A827-FF66098563B1}"/>
          </ac:cxnSpMkLst>
        </pc:cxnChg>
        <pc:cxnChg chg="mod">
          <ac:chgData name="Nathan, Lucas (DNR)" userId="96837891-6aae-41c1-b905-2f597761f76b" providerId="ADAL" clId="{F64F8652-B73F-49BC-A105-17EA9971C31A}" dt="2026-06-25T16:01:18.150" v="6" actId="1076"/>
          <ac:cxnSpMkLst>
            <pc:docMk/>
            <pc:sldMk cId="736430854" sldId="259"/>
            <ac:cxnSpMk id="47" creationId="{C469FA14-2E55-6586-C5EF-5368C0DF10FC}"/>
          </ac:cxnSpMkLst>
        </pc:cxnChg>
        <pc:cxnChg chg="mod">
          <ac:chgData name="Nathan, Lucas (DNR)" userId="96837891-6aae-41c1-b905-2f597761f76b" providerId="ADAL" clId="{F64F8652-B73F-49BC-A105-17EA9971C31A}" dt="2026-06-30T15:00:13.943" v="316" actId="1076"/>
          <ac:cxnSpMkLst>
            <pc:docMk/>
            <pc:sldMk cId="736430854" sldId="259"/>
            <ac:cxnSpMk id="60" creationId="{1AEE35A2-74F7-EC18-C0F9-6FA2948E2BD5}"/>
          </ac:cxnSpMkLst>
        </pc:cxnChg>
        <pc:cxnChg chg="mod">
          <ac:chgData name="Nathan, Lucas (DNR)" userId="96837891-6aae-41c1-b905-2f597761f76b" providerId="ADAL" clId="{F64F8652-B73F-49BC-A105-17EA9971C31A}" dt="2026-06-30T15:00:15.453" v="317" actId="1076"/>
          <ac:cxnSpMkLst>
            <pc:docMk/>
            <pc:sldMk cId="736430854" sldId="259"/>
            <ac:cxnSpMk id="64" creationId="{1DFF9741-0F70-B9A9-9AEB-498E31BECBF6}"/>
          </ac:cxnSpMkLst>
        </pc:cxnChg>
        <pc:cxnChg chg="mod">
          <ac:chgData name="Nathan, Lucas (DNR)" userId="96837891-6aae-41c1-b905-2f597761f76b" providerId="ADAL" clId="{F64F8652-B73F-49BC-A105-17EA9971C31A}" dt="2026-06-30T15:00:19.360" v="319" actId="1076"/>
          <ac:cxnSpMkLst>
            <pc:docMk/>
            <pc:sldMk cId="736430854" sldId="259"/>
            <ac:cxnSpMk id="97" creationId="{F71000F1-93EA-247E-8A84-87318AB40F95}"/>
          </ac:cxnSpMkLst>
        </pc:cxnChg>
      </pc:sldChg>
      <pc:sldChg chg="addSp delSp modSp mod">
        <pc:chgData name="Nathan, Lucas (DNR)" userId="96837891-6aae-41c1-b905-2f597761f76b" providerId="ADAL" clId="{F64F8652-B73F-49BC-A105-17EA9971C31A}" dt="2026-06-30T15:05:28.855" v="533" actId="478"/>
        <pc:sldMkLst>
          <pc:docMk/>
          <pc:sldMk cId="3322492765" sldId="261"/>
        </pc:sldMkLst>
        <pc:spChg chg="add del">
          <ac:chgData name="Nathan, Lucas (DNR)" userId="96837891-6aae-41c1-b905-2f597761f76b" providerId="ADAL" clId="{F64F8652-B73F-49BC-A105-17EA9971C31A}" dt="2026-06-29T19:33:48.409" v="39" actId="478"/>
          <ac:spMkLst>
            <pc:docMk/>
            <pc:sldMk cId="3322492765" sldId="261"/>
            <ac:spMk id="2" creationId="{9724142F-D601-8CD2-2C17-A9A6925DF763}"/>
          </ac:spMkLst>
        </pc:spChg>
        <pc:spChg chg="mod">
          <ac:chgData name="Nathan, Lucas (DNR)" userId="96837891-6aae-41c1-b905-2f597761f76b" providerId="ADAL" clId="{F64F8652-B73F-49BC-A105-17EA9971C31A}" dt="2026-06-29T20:39:45.866" v="185" actId="20577"/>
          <ac:spMkLst>
            <pc:docMk/>
            <pc:sldMk cId="3322492765" sldId="261"/>
            <ac:spMk id="4" creationId="{1BAD97C7-DEBE-62C8-60F1-6A62E416FEB8}"/>
          </ac:spMkLst>
        </pc:spChg>
        <pc:spChg chg="mod">
          <ac:chgData name="Nathan, Lucas (DNR)" userId="96837891-6aae-41c1-b905-2f597761f76b" providerId="ADAL" clId="{F64F8652-B73F-49BC-A105-17EA9971C31A}" dt="2026-06-29T19:33:44.604" v="33" actId="1076"/>
          <ac:spMkLst>
            <pc:docMk/>
            <pc:sldMk cId="3322492765" sldId="261"/>
            <ac:spMk id="7" creationId="{3F27521D-007A-864A-7E95-FF49BA411BA1}"/>
          </ac:spMkLst>
        </pc:spChg>
        <pc:spChg chg="add mod">
          <ac:chgData name="Nathan, Lucas (DNR)" userId="96837891-6aae-41c1-b905-2f597761f76b" providerId="ADAL" clId="{F64F8652-B73F-49BC-A105-17EA9971C31A}" dt="2026-06-29T19:35:35.592" v="147" actId="20577"/>
          <ac:spMkLst>
            <pc:docMk/>
            <pc:sldMk cId="3322492765" sldId="261"/>
            <ac:spMk id="11" creationId="{874FE0CA-DA94-0BB5-C081-880419EACCCE}"/>
          </ac:spMkLst>
        </pc:spChg>
        <pc:spChg chg="add mod">
          <ac:chgData name="Nathan, Lucas (DNR)" userId="96837891-6aae-41c1-b905-2f597761f76b" providerId="ADAL" clId="{F64F8652-B73F-49BC-A105-17EA9971C31A}" dt="2026-06-29T20:40:43.330" v="217" actId="11530"/>
          <ac:spMkLst>
            <pc:docMk/>
            <pc:sldMk cId="3322492765" sldId="261"/>
            <ac:spMk id="12" creationId="{9B493B7F-5FB2-67D1-E903-204D47D7C3BD}"/>
          </ac:spMkLst>
        </pc:spChg>
        <pc:spChg chg="mod">
          <ac:chgData name="Nathan, Lucas (DNR)" userId="96837891-6aae-41c1-b905-2f597761f76b" providerId="ADAL" clId="{F64F8652-B73F-49BC-A105-17EA9971C31A}" dt="2026-06-29T20:40:22.121" v="212" actId="115"/>
          <ac:spMkLst>
            <pc:docMk/>
            <pc:sldMk cId="3322492765" sldId="261"/>
            <ac:spMk id="13" creationId="{5FE2401A-BFFA-29AA-CEDE-7C96C5964533}"/>
          </ac:spMkLst>
        </pc:spChg>
        <pc:spChg chg="add mod">
          <ac:chgData name="Nathan, Lucas (DNR)" userId="96837891-6aae-41c1-b905-2f597761f76b" providerId="ADAL" clId="{F64F8652-B73F-49BC-A105-17EA9971C31A}" dt="2026-06-29T20:41:22.294" v="223" actId="1076"/>
          <ac:spMkLst>
            <pc:docMk/>
            <pc:sldMk cId="3322492765" sldId="261"/>
            <ac:spMk id="19" creationId="{A88200D1-2FA7-C9BB-C320-3AD2B05F0804}"/>
          </ac:spMkLst>
        </pc:spChg>
        <pc:spChg chg="add del mod">
          <ac:chgData name="Nathan, Lucas (DNR)" userId="96837891-6aae-41c1-b905-2f597761f76b" providerId="ADAL" clId="{F64F8652-B73F-49BC-A105-17EA9971C31A}" dt="2026-06-30T15:05:28.855" v="533" actId="478"/>
          <ac:spMkLst>
            <pc:docMk/>
            <pc:sldMk cId="3322492765" sldId="261"/>
            <ac:spMk id="24" creationId="{4745DB2B-329F-010A-51F8-365B963F646F}"/>
          </ac:spMkLst>
        </pc:spChg>
        <pc:spChg chg="del">
          <ac:chgData name="Nathan, Lucas (DNR)" userId="96837891-6aae-41c1-b905-2f597761f76b" providerId="ADAL" clId="{F64F8652-B73F-49BC-A105-17EA9971C31A}" dt="2026-06-29T19:36:00.892" v="148" actId="478"/>
          <ac:spMkLst>
            <pc:docMk/>
            <pc:sldMk cId="3322492765" sldId="261"/>
            <ac:spMk id="25" creationId="{3E2605F5-6924-AB68-E547-F0544AEF2C11}"/>
          </ac:spMkLst>
        </pc:spChg>
        <pc:spChg chg="mod">
          <ac:chgData name="Nathan, Lucas (DNR)" userId="96837891-6aae-41c1-b905-2f597761f76b" providerId="ADAL" clId="{F64F8652-B73F-49BC-A105-17EA9971C31A}" dt="2026-06-29T19:34:44.859" v="41" actId="115"/>
          <ac:spMkLst>
            <pc:docMk/>
            <pc:sldMk cId="3322492765" sldId="261"/>
            <ac:spMk id="74" creationId="{8794BFCB-0CD3-D62F-28BE-79835CCFE93C}"/>
          </ac:spMkLst>
        </pc:spChg>
        <pc:spChg chg="add del">
          <ac:chgData name="Nathan, Lucas (DNR)" userId="96837891-6aae-41c1-b905-2f597761f76b" providerId="ADAL" clId="{F64F8652-B73F-49BC-A105-17EA9971C31A}" dt="2026-06-29T19:33:47.881" v="38" actId="478"/>
          <ac:spMkLst>
            <pc:docMk/>
            <pc:sldMk cId="3322492765" sldId="261"/>
            <ac:spMk id="89" creationId="{EA9AA6C2-F859-B3D3-D675-965CE58843B8}"/>
          </ac:spMkLst>
        </pc:sp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8" creationId="{D76D930F-8B45-04E7-7E3E-4D5961526237}"/>
          </ac:cxnSpMkLst>
        </pc:cxnChg>
        <pc:cxnChg chg="add del mod">
          <ac:chgData name="Nathan, Lucas (DNR)" userId="96837891-6aae-41c1-b905-2f597761f76b" providerId="ADAL" clId="{F64F8652-B73F-49BC-A105-17EA9971C31A}" dt="2026-06-29T20:57:35.549" v="276"/>
          <ac:cxnSpMkLst>
            <pc:docMk/>
            <pc:sldMk cId="3322492765" sldId="261"/>
            <ac:cxnSpMk id="14" creationId="{DD218F72-E8C3-F972-2248-BA6FD2FDE5EA}"/>
          </ac:cxnSpMkLst>
        </pc:cxnChg>
        <pc:cxnChg chg="add mod">
          <ac:chgData name="Nathan, Lucas (DNR)" userId="96837891-6aae-41c1-b905-2f597761f76b" providerId="ADAL" clId="{F64F8652-B73F-49BC-A105-17EA9971C31A}" dt="2026-06-29T20:57:41.062" v="277"/>
          <ac:cxnSpMkLst>
            <pc:docMk/>
            <pc:sldMk cId="3322492765" sldId="261"/>
            <ac:cxnSpMk id="15" creationId="{53AE46C1-1B8D-7C20-EF65-D20C1F3846E8}"/>
          </ac:cxnSpMkLst>
        </pc:cxnChg>
        <pc:cxnChg chg="add mod">
          <ac:chgData name="Nathan, Lucas (DNR)" userId="96837891-6aae-41c1-b905-2f597761f76b" providerId="ADAL" clId="{F64F8652-B73F-49BC-A105-17EA9971C31A}" dt="2026-06-29T20:41:22.294" v="223" actId="1076"/>
          <ac:cxnSpMkLst>
            <pc:docMk/>
            <pc:sldMk cId="3322492765" sldId="261"/>
            <ac:cxnSpMk id="20" creationId="{AC5B9D03-0DB8-6CB3-CA9F-3201452C90FD}"/>
          </ac:cxnSpMkLst>
        </pc:cxnChg>
        <pc:cxnChg chg="del mod">
          <ac:chgData name="Nathan, Lucas (DNR)" userId="96837891-6aae-41c1-b905-2f597761f76b" providerId="ADAL" clId="{F64F8652-B73F-49BC-A105-17EA9971C31A}" dt="2026-06-29T19:36:01.452" v="149" actId="478"/>
          <ac:cxnSpMkLst>
            <pc:docMk/>
            <pc:sldMk cId="3322492765" sldId="261"/>
            <ac:cxnSpMk id="26" creationId="{9584F975-E590-4D1D-53B1-AABC90A93150}"/>
          </ac:cxnSpMkLst>
        </pc:cxn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41" creationId="{A3380EF5-361B-BA11-7E5B-5EC9E6DA518F}"/>
          </ac:cxnSpMkLst>
        </pc:cxnChg>
        <pc:cxnChg chg="add del mod">
          <ac:chgData name="Nathan, Lucas (DNR)" userId="96837891-6aae-41c1-b905-2f597761f76b" providerId="ADAL" clId="{F64F8652-B73F-49BC-A105-17EA9971C31A}" dt="2026-06-29T19:33:45.455" v="35" actId="478"/>
          <ac:cxnSpMkLst>
            <pc:docMk/>
            <pc:sldMk cId="3322492765" sldId="261"/>
            <ac:cxnSpMk id="44" creationId="{E696C7E1-B2EC-C3E2-55C6-DBF02B4CAABA}"/>
          </ac:cxnSpMkLst>
        </pc:cxnChg>
        <pc:cxnChg chg="del mod">
          <ac:chgData name="Nathan, Lucas (DNR)" userId="96837891-6aae-41c1-b905-2f597761f76b" providerId="ADAL" clId="{F64F8652-B73F-49BC-A105-17EA9971C31A}" dt="2026-06-29T19:34:50.011" v="42" actId="478"/>
          <ac:cxnSpMkLst>
            <pc:docMk/>
            <pc:sldMk cId="3322492765" sldId="261"/>
            <ac:cxnSpMk id="75" creationId="{83B769DA-AD63-C4ED-00AE-45CA1156D7C2}"/>
          </ac:cxnSpMkLst>
        </pc:cxnChg>
        <pc:cxnChg chg="add del mod">
          <ac:chgData name="Nathan, Lucas (DNR)" userId="96837891-6aae-41c1-b905-2f597761f76b" providerId="ADAL" clId="{F64F8652-B73F-49BC-A105-17EA9971C31A}" dt="2026-06-29T19:34:57.593" v="43" actId="693"/>
          <ac:cxnSpMkLst>
            <pc:docMk/>
            <pc:sldMk cId="3322492765" sldId="261"/>
            <ac:cxnSpMk id="78" creationId="{A29CBA1D-BDF4-AF4F-A9A7-0A44836FEA7E}"/>
          </ac:cxnSpMkLst>
        </pc:cxn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93" creationId="{7B20C067-AF4B-1864-B26F-22E4E53C4846}"/>
          </ac:cxnSpMkLst>
        </pc:cxnChg>
      </pc:sldChg>
      <pc:sldChg chg="modSp add del mod">
        <pc:chgData name="Nathan, Lucas (DNR)" userId="96837891-6aae-41c1-b905-2f597761f76b" providerId="ADAL" clId="{F64F8652-B73F-49BC-A105-17EA9971C31A}" dt="2026-06-29T20:39:40.247" v="171" actId="47"/>
        <pc:sldMkLst>
          <pc:docMk/>
          <pc:sldMk cId="1516480922" sldId="262"/>
        </pc:sldMkLst>
        <pc:spChg chg="mod">
          <ac:chgData name="Nathan, Lucas (DNR)" userId="96837891-6aae-41c1-b905-2f597761f76b" providerId="ADAL" clId="{F64F8652-B73F-49BC-A105-17EA9971C31A}" dt="2026-06-29T20:39:16.851" v="169" actId="20577"/>
          <ac:spMkLst>
            <pc:docMk/>
            <pc:sldMk cId="1516480922" sldId="262"/>
            <ac:spMk id="4" creationId="{3C2BF129-49AA-0ABB-F93C-8D1F19B32577}"/>
          </ac:spMkLst>
        </pc:spChg>
      </pc:sldChg>
      <pc:sldChg chg="addSp delSp modSp add mod">
        <pc:chgData name="Nathan, Lucas (DNR)" userId="96837891-6aae-41c1-b905-2f597761f76b" providerId="ADAL" clId="{F64F8652-B73F-49BC-A105-17EA9971C31A}" dt="2026-06-30T21:06:06.377" v="537" actId="1076"/>
        <pc:sldMkLst>
          <pc:docMk/>
          <pc:sldMk cId="796165095" sldId="263"/>
        </pc:sldMkLst>
        <pc:spChg chg="add mod">
          <ac:chgData name="Nathan, Lucas (DNR)" userId="96837891-6aae-41c1-b905-2f597761f76b" providerId="ADAL" clId="{F64F8652-B73F-49BC-A105-17EA9971C31A}" dt="2026-06-30T15:05:41.794" v="536" actId="1076"/>
          <ac:spMkLst>
            <pc:docMk/>
            <pc:sldMk cId="796165095" sldId="263"/>
            <ac:spMk id="2" creationId="{1F05B9EE-2FF8-B44C-370B-8A17D8BF7C4A}"/>
          </ac:spMkLst>
        </pc:spChg>
        <pc:spChg chg="mod">
          <ac:chgData name="Nathan, Lucas (DNR)" userId="96837891-6aae-41c1-b905-2f597761f76b" providerId="ADAL" clId="{F64F8652-B73F-49BC-A105-17EA9971C31A}" dt="2026-06-30T21:06:06.377" v="537" actId="1076"/>
          <ac:spMkLst>
            <pc:docMk/>
            <pc:sldMk cId="796165095" sldId="263"/>
            <ac:spMk id="4" creationId="{0466993E-22CC-8960-30E3-1161330698C7}"/>
          </ac:spMkLst>
        </pc:spChg>
        <pc:spChg chg="del">
          <ac:chgData name="Nathan, Lucas (DNR)" userId="96837891-6aae-41c1-b905-2f597761f76b" providerId="ADAL" clId="{F64F8652-B73F-49BC-A105-17EA9971C31A}" dt="2026-06-29T20:42:19.028" v="271" actId="478"/>
          <ac:spMkLst>
            <pc:docMk/>
            <pc:sldMk cId="796165095" sldId="263"/>
            <ac:spMk id="5" creationId="{862447DF-FF79-EBA8-BB69-DBC724B1EFE1}"/>
          </ac:spMkLst>
        </pc:spChg>
        <pc:spChg chg="del">
          <ac:chgData name="Nathan, Lucas (DNR)" userId="96837891-6aae-41c1-b905-2f597761f76b" providerId="ADAL" clId="{F64F8652-B73F-49BC-A105-17EA9971C31A}" dt="2026-06-29T20:42:13.716" v="262" actId="478"/>
          <ac:spMkLst>
            <pc:docMk/>
            <pc:sldMk cId="796165095" sldId="263"/>
            <ac:spMk id="7" creationId="{A38F1692-CB86-E338-BD4B-A824A177F077}"/>
          </ac:spMkLst>
        </pc:spChg>
        <pc:spChg chg="add del mod">
          <ac:chgData name="Nathan, Lucas (DNR)" userId="96837891-6aae-41c1-b905-2f597761f76b" providerId="ADAL" clId="{F64F8652-B73F-49BC-A105-17EA9971C31A}" dt="2026-06-30T15:05:38.396" v="534" actId="478"/>
          <ac:spMkLst>
            <pc:docMk/>
            <pc:sldMk cId="796165095" sldId="263"/>
            <ac:spMk id="11" creationId="{B3D0F06D-DB70-E021-E141-F59AF8C8AB58}"/>
          </ac:spMkLst>
        </pc:spChg>
        <pc:spChg chg="del">
          <ac:chgData name="Nathan, Lucas (DNR)" userId="96837891-6aae-41c1-b905-2f597761f76b" providerId="ADAL" clId="{F64F8652-B73F-49BC-A105-17EA9971C31A}" dt="2026-06-29T20:42:13.008" v="261" actId="478"/>
          <ac:spMkLst>
            <pc:docMk/>
            <pc:sldMk cId="796165095" sldId="263"/>
            <ac:spMk id="13" creationId="{DF12DC8C-54A8-4EC7-4CDC-D6891FCF3CA1}"/>
          </ac:spMkLst>
        </pc:spChg>
        <pc:spChg chg="del mod">
          <ac:chgData name="Nathan, Lucas (DNR)" userId="96837891-6aae-41c1-b905-2f597761f76b" providerId="ADAL" clId="{F64F8652-B73F-49BC-A105-17EA9971C31A}" dt="2026-06-29T20:42:18.246" v="270" actId="478"/>
          <ac:spMkLst>
            <pc:docMk/>
            <pc:sldMk cId="796165095" sldId="263"/>
            <ac:spMk id="38" creationId="{5F4B0D02-1FD5-185C-F86D-624F0F4D9249}"/>
          </ac:spMkLst>
        </pc:spChg>
        <pc:spChg chg="del">
          <ac:chgData name="Nathan, Lucas (DNR)" userId="96837891-6aae-41c1-b905-2f597761f76b" providerId="ADAL" clId="{F64F8652-B73F-49BC-A105-17EA9971C31A}" dt="2026-06-29T20:42:17.640" v="269" actId="478"/>
          <ac:spMkLst>
            <pc:docMk/>
            <pc:sldMk cId="796165095" sldId="263"/>
            <ac:spMk id="74" creationId="{598F55DA-9160-6855-00D7-1140E63A13DA}"/>
          </ac:spMkLst>
        </pc:spChg>
        <pc:cxnChg chg="del mod">
          <ac:chgData name="Nathan, Lucas (DNR)" userId="96837891-6aae-41c1-b905-2f597761f76b" providerId="ADAL" clId="{F64F8652-B73F-49BC-A105-17EA9971C31A}" dt="2026-06-29T20:42:14.211" v="263" actId="478"/>
          <ac:cxnSpMkLst>
            <pc:docMk/>
            <pc:sldMk cId="796165095" sldId="263"/>
            <ac:cxnSpMk id="8" creationId="{C1441D0A-BCC5-4FCB-F8E1-8F9558DFE42B}"/>
          </ac:cxnSpMkLst>
        </pc:cxnChg>
        <pc:cxnChg chg="del mod">
          <ac:chgData name="Nathan, Lucas (DNR)" userId="96837891-6aae-41c1-b905-2f597761f76b" providerId="ADAL" clId="{F64F8652-B73F-49BC-A105-17EA9971C31A}" dt="2026-06-30T15:05:39.431" v="535" actId="478"/>
          <ac:cxnSpMkLst>
            <pc:docMk/>
            <pc:sldMk cId="796165095" sldId="263"/>
            <ac:cxnSpMk id="14" creationId="{9373E434-CB22-6DAD-802E-93462B042E39}"/>
          </ac:cxnSpMkLst>
        </pc:cxnChg>
        <pc:cxnChg chg="del mod">
          <ac:chgData name="Nathan, Lucas (DNR)" userId="96837891-6aae-41c1-b905-2f597761f76b" providerId="ADAL" clId="{F64F8652-B73F-49BC-A105-17EA9971C31A}" dt="2026-06-29T20:42:14.546" v="264" actId="478"/>
          <ac:cxnSpMkLst>
            <pc:docMk/>
            <pc:sldMk cId="796165095" sldId="263"/>
            <ac:cxnSpMk id="41" creationId="{CBDD80CF-1F35-F10C-D379-AA35FB7CD344}"/>
          </ac:cxnSpMkLst>
        </pc:cxnChg>
        <pc:cxnChg chg="del mod">
          <ac:chgData name="Nathan, Lucas (DNR)" userId="96837891-6aae-41c1-b905-2f597761f76b" providerId="ADAL" clId="{F64F8652-B73F-49BC-A105-17EA9971C31A}" dt="2026-06-29T20:42:16.120" v="267" actId="478"/>
          <ac:cxnSpMkLst>
            <pc:docMk/>
            <pc:sldMk cId="796165095" sldId="263"/>
            <ac:cxnSpMk id="44" creationId="{D741B401-09ED-34DB-9430-B5DE562B112A}"/>
          </ac:cxnSpMkLst>
        </pc:cxnChg>
        <pc:cxnChg chg="del mod">
          <ac:chgData name="Nathan, Lucas (DNR)" userId="96837891-6aae-41c1-b905-2f597761f76b" providerId="ADAL" clId="{F64F8652-B73F-49BC-A105-17EA9971C31A}" dt="2026-06-29T20:42:14.970" v="265" actId="478"/>
          <ac:cxnSpMkLst>
            <pc:docMk/>
            <pc:sldMk cId="796165095" sldId="263"/>
            <ac:cxnSpMk id="78" creationId="{E9708ED6-F01B-E46D-DFF0-2E000C8CD1F6}"/>
          </ac:cxnSpMkLst>
        </pc:cxnChg>
        <pc:cxnChg chg="del mod">
          <ac:chgData name="Nathan, Lucas (DNR)" userId="96837891-6aae-41c1-b905-2f597761f76b" providerId="ADAL" clId="{F64F8652-B73F-49BC-A105-17EA9971C31A}" dt="2026-06-29T20:42:15.586" v="266" actId="478"/>
          <ac:cxnSpMkLst>
            <pc:docMk/>
            <pc:sldMk cId="796165095" sldId="263"/>
            <ac:cxnSpMk id="93" creationId="{589C798D-2A0D-9997-ED7A-C4D27CE1EE88}"/>
          </ac:cxnSpMkLst>
        </pc:cxnChg>
      </pc:sldChg>
      <pc:sldChg chg="delSp modSp add mod">
        <pc:chgData name="Nathan, Lucas (DNR)" userId="96837891-6aae-41c1-b905-2f597761f76b" providerId="ADAL" clId="{F64F8652-B73F-49BC-A105-17EA9971C31A}" dt="2026-06-30T21:08:55.874" v="583" actId="1076"/>
        <pc:sldMkLst>
          <pc:docMk/>
          <pc:sldMk cId="26251068" sldId="264"/>
        </pc:sldMkLst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2" creationId="{43379F5E-1077-C99E-3702-E17ADC33195C}"/>
          </ac:spMkLst>
        </pc:spChg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3" creationId="{E6D89344-6E6A-071F-F6A7-6B15686BD5EA}"/>
          </ac:spMkLst>
        </pc:spChg>
        <pc:spChg chg="mod">
          <ac:chgData name="Nathan, Lucas (DNR)" userId="96837891-6aae-41c1-b905-2f597761f76b" providerId="ADAL" clId="{F64F8652-B73F-49BC-A105-17EA9971C31A}" dt="2026-06-30T21:08:37.973" v="580" actId="20577"/>
          <ac:spMkLst>
            <pc:docMk/>
            <pc:sldMk cId="26251068" sldId="264"/>
            <ac:spMk id="4" creationId="{4E7DA2EE-1A40-BB29-E385-9956E79B6ED5}"/>
          </ac:spMkLst>
        </pc:spChg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7" creationId="{691C86FC-7D83-3A31-005E-B0ACFA396674}"/>
          </ac:spMkLst>
        </pc:spChg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11" creationId="{3C27B9C5-2F7C-5797-063C-8975C6A68BDA}"/>
          </ac:spMkLst>
        </pc:spChg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13" creationId="{9ECD3942-471D-EF16-6BFE-73DEC536788B}"/>
          </ac:spMkLst>
        </pc:spChg>
        <pc:spChg chg="mod">
          <ac:chgData name="Nathan, Lucas (DNR)" userId="96837891-6aae-41c1-b905-2f597761f76b" providerId="ADAL" clId="{F64F8652-B73F-49BC-A105-17EA9971C31A}" dt="2026-06-30T21:08:55.874" v="583" actId="1076"/>
          <ac:spMkLst>
            <pc:docMk/>
            <pc:sldMk cId="26251068" sldId="264"/>
            <ac:spMk id="25" creationId="{4463CFD1-F4F7-05F3-6093-DE85CE964EDE}"/>
          </ac:spMkLst>
        </pc:spChg>
        <pc:cxnChg chg="del mod">
          <ac:chgData name="Nathan, Lucas (DNR)" userId="96837891-6aae-41c1-b905-2f597761f76b" providerId="ADAL" clId="{F64F8652-B73F-49BC-A105-17EA9971C31A}" dt="2026-06-30T21:08:53.515" v="581" actId="478"/>
          <ac:cxnSpMkLst>
            <pc:docMk/>
            <pc:sldMk cId="26251068" sldId="264"/>
            <ac:cxnSpMk id="6" creationId="{B1CC3DF4-6519-3AFA-A13F-DF8F6D7C7D0C}"/>
          </ac:cxnSpMkLst>
        </pc:cxnChg>
        <pc:cxnChg chg="del mod">
          <ac:chgData name="Nathan, Lucas (DNR)" userId="96837891-6aae-41c1-b905-2f597761f76b" providerId="ADAL" clId="{F64F8652-B73F-49BC-A105-17EA9971C31A}" dt="2026-06-30T21:08:53.515" v="581" actId="478"/>
          <ac:cxnSpMkLst>
            <pc:docMk/>
            <pc:sldMk cId="26251068" sldId="264"/>
            <ac:cxnSpMk id="14" creationId="{B5600E23-9C1E-BD89-9BAE-5C3484AA0137}"/>
          </ac:cxnSpMkLst>
        </pc:cxnChg>
        <pc:cxnChg chg="del mod">
          <ac:chgData name="Nathan, Lucas (DNR)" userId="96837891-6aae-41c1-b905-2f597761f76b" providerId="ADAL" clId="{F64F8652-B73F-49BC-A105-17EA9971C31A}" dt="2026-06-30T21:08:53.515" v="581" actId="478"/>
          <ac:cxnSpMkLst>
            <pc:docMk/>
            <pc:sldMk cId="26251068" sldId="264"/>
            <ac:cxnSpMk id="17" creationId="{C99355AE-F1C9-E160-D225-31351C68E2BA}"/>
          </ac:cxnSpMkLst>
        </pc:cxnChg>
        <pc:cxnChg chg="del mod">
          <ac:chgData name="Nathan, Lucas (DNR)" userId="96837891-6aae-41c1-b905-2f597761f76b" providerId="ADAL" clId="{F64F8652-B73F-49BC-A105-17EA9971C31A}" dt="2026-06-30T21:08:54.694" v="582" actId="478"/>
          <ac:cxnSpMkLst>
            <pc:docMk/>
            <pc:sldMk cId="26251068" sldId="264"/>
            <ac:cxnSpMk id="26" creationId="{E99F1CFE-EDA1-600D-5B1B-1796D95FEE49}"/>
          </ac:cxnSpMkLst>
        </pc:cxnChg>
        <pc:cxnChg chg="del mod">
          <ac:chgData name="Nathan, Lucas (DNR)" userId="96837891-6aae-41c1-b905-2f597761f76b" providerId="ADAL" clId="{F64F8652-B73F-49BC-A105-17EA9971C31A}" dt="2026-06-30T21:08:53.515" v="581" actId="478"/>
          <ac:cxnSpMkLst>
            <pc:docMk/>
            <pc:sldMk cId="26251068" sldId="264"/>
            <ac:cxnSpMk id="93" creationId="{DFE904C2-B43C-8529-DE21-804DFE952AF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4F7837C-465A-CE42-65C5-756BC6581BBA}"/>
              </a:ext>
            </a:extLst>
          </p:cNvPr>
          <p:cNvSpPr txBox="1"/>
          <p:nvPr/>
        </p:nvSpPr>
        <p:spPr>
          <a:xfrm>
            <a:off x="6341270" y="1626709"/>
            <a:ext cx="380999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Queries collection data by MDNRID, </a:t>
            </a:r>
            <a:r>
              <a:rPr lang="en-US" sz="1200" dirty="0" err="1"/>
              <a:t>WaterBodyName</a:t>
            </a:r>
            <a:r>
              <a:rPr lang="en-US" sz="1200" dirty="0"/>
              <a:t>, </a:t>
            </a:r>
            <a:r>
              <a:rPr lang="en-US" sz="1200" dirty="0" err="1"/>
              <a:t>SurveyId</a:t>
            </a:r>
            <a:r>
              <a:rPr lang="en-US" sz="1200" dirty="0"/>
              <a:t>, </a:t>
            </a:r>
            <a:r>
              <a:rPr lang="en-US" sz="1200" dirty="0" err="1"/>
              <a:t>SurveyPurpose</a:t>
            </a:r>
            <a:r>
              <a:rPr lang="en-US" sz="1200" dirty="0"/>
              <a:t>, Year, or Gear Type</a:t>
            </a:r>
          </a:p>
          <a:p>
            <a:endParaRPr lang="en-US" sz="1200" dirty="0"/>
          </a:p>
          <a:p>
            <a:r>
              <a:rPr lang="en-US" sz="1200" dirty="0"/>
              <a:t>Output: table of waterbody, survey, effort, and gear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1709735" y="1547244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catch_summary_table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306281"/>
            <a:ext cx="137875" cy="446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114" idx="4"/>
            <a:endCxn id="131" idx="0"/>
          </p:cNvCxnSpPr>
          <p:nvPr/>
        </p:nvCxnSpPr>
        <p:spPr>
          <a:xfrm>
            <a:off x="2467767" y="2726756"/>
            <a:ext cx="1642266" cy="2105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5549904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age_length_summary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114" idx="4"/>
            <a:endCxn id="134" idx="0"/>
          </p:cNvCxnSpPr>
          <p:nvPr/>
        </p:nvCxnSpPr>
        <p:spPr>
          <a:xfrm>
            <a:off x="2467767" y="2726756"/>
            <a:ext cx="4348170" cy="2105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114" idx="4"/>
            <a:endCxn id="146" idx="0"/>
          </p:cNvCxnSpPr>
          <p:nvPr/>
        </p:nvCxnSpPr>
        <p:spPr>
          <a:xfrm>
            <a:off x="2467767" y="2726756"/>
            <a:ext cx="7044536" cy="20258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8246270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730407" y="312676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1551540" y="2726756"/>
            <a:ext cx="916227" cy="400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5131595" y="1856255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4584245" y="3186732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5425326" y="6129337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2335681"/>
            <a:ext cx="2768920" cy="1735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5932091" y="2815106"/>
            <a:ext cx="0" cy="371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 flipH="1">
            <a:off x="5932090" y="5421139"/>
            <a:ext cx="1" cy="70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1">
            <a:extLst>
              <a:ext uri="{FF2B5EF4-FFF2-40B4-BE49-F238E27FC236}">
                <a16:creationId xmlns:a16="http://schemas.microsoft.com/office/drawing/2014/main" id="{94A251C3-E18A-1F32-94AA-9C10E78A9CC8}"/>
              </a:ext>
            </a:extLst>
          </p:cNvPr>
          <p:cNvSpPr/>
          <p:nvPr/>
        </p:nvSpPr>
        <p:spPr>
          <a:xfrm>
            <a:off x="9104073" y="176791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2C970B-DFB2-ABD9-17B5-8C09DD3A1C63}"/>
              </a:ext>
            </a:extLst>
          </p:cNvPr>
          <p:cNvCxnSpPr>
            <a:cxnSpLocks/>
            <a:stCxn id="55" idx="3"/>
            <a:endCxn id="22" idx="2"/>
          </p:cNvCxnSpPr>
          <p:nvPr/>
        </p:nvCxnSpPr>
        <p:spPr>
          <a:xfrm>
            <a:off x="6732586" y="2335681"/>
            <a:ext cx="2371487" cy="2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681D-C28B-2DA5-BE7C-DB42CBE3D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66993E-22CC-8960-30E3-116133069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3700"/>
            <a:ext cx="10515600" cy="1325563"/>
          </a:xfrm>
        </p:spPr>
        <p:txBody>
          <a:bodyPr/>
          <a:lstStyle/>
          <a:p>
            <a:r>
              <a:rPr lang="en-US" dirty="0" err="1"/>
              <a:t>catch_summary_table</a:t>
            </a:r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05B9EE-2FF8-B44C-370B-8A17D8BF7C4A}"/>
              </a:ext>
            </a:extLst>
          </p:cNvPr>
          <p:cNvSpPr/>
          <p:nvPr/>
        </p:nvSpPr>
        <p:spPr>
          <a:xfrm>
            <a:off x="1424028" y="2007632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165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Age_length_summary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4144961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4399038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4820443" y="4569418"/>
            <a:ext cx="336627" cy="720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>
            <a:off x="1839119" y="3263900"/>
            <a:ext cx="2981324" cy="5127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">
            <a:extLst>
              <a:ext uri="{FF2B5EF4-FFF2-40B4-BE49-F238E27FC236}">
                <a16:creationId xmlns:a16="http://schemas.microsoft.com/office/drawing/2014/main" id="{3B9536FD-AA33-FD98-4295-D67D0C0CA61A}"/>
              </a:ext>
            </a:extLst>
          </p:cNvPr>
          <p:cNvSpPr/>
          <p:nvPr/>
        </p:nvSpPr>
        <p:spPr>
          <a:xfrm>
            <a:off x="4399038" y="1876461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DB5F63-3404-5507-1BB5-58E79FE00B0A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flipH="1">
            <a:off x="4820443" y="3055974"/>
            <a:ext cx="1054177" cy="720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DF40E1-B77B-B4EE-4069-0D3CE97B51F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1163637" y="3055974"/>
            <a:ext cx="4710983" cy="736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672D0-5AC5-8113-6670-6DD9EDCF7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7DA2EE-1A40-BB29-E385-9956E79B6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CPUE_byGear</a:t>
            </a:r>
            <a:endParaRPr lang="en-US" dirty="0"/>
          </a:p>
        </p:txBody>
      </p:sp>
      <p:sp>
        <p:nvSpPr>
          <p:cNvPr id="25" name="Oval 1">
            <a:extLst>
              <a:ext uri="{FF2B5EF4-FFF2-40B4-BE49-F238E27FC236}">
                <a16:creationId xmlns:a16="http://schemas.microsoft.com/office/drawing/2014/main" id="{4463CFD1-F4F7-05F3-6093-DE85CE964EDE}"/>
              </a:ext>
            </a:extLst>
          </p:cNvPr>
          <p:cNvSpPr/>
          <p:nvPr/>
        </p:nvSpPr>
        <p:spPr>
          <a:xfrm>
            <a:off x="838200" y="196782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1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183</Words>
  <Application>Microsoft Office PowerPoint</Application>
  <PresentationFormat>Widescreen</PresentationFormat>
  <Paragraphs>106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catch_summary_table</vt:lpstr>
      <vt:lpstr>Age_length_summary</vt:lpstr>
      <vt:lpstr>CPUE_byGear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2026-06-30T21:09:55Z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