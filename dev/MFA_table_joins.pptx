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872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modSld">
      <pc:chgData name="Nathan, Lucas (DNR)" userId="96837891-6aae-41c1-b905-2f597761f76b" providerId="ADAL" clId="{F64F8652-B73F-49BC-A105-17EA9971C31A}" dt="2026-06-25T16:01:30.244" v="13" actId="1076"/>
      <pc:docMkLst>
        <pc:docMk/>
      </pc:docMkLst>
      <pc:sldChg chg="modSp mod">
        <pc:chgData name="Nathan, Lucas (DNR)" userId="96837891-6aae-41c1-b905-2f597761f76b" providerId="ADAL" clId="{F64F8652-B73F-49BC-A105-17EA9971C31A}" dt="2026-06-25T16:01:30.244" v="13" actId="1076"/>
        <pc:sldMkLst>
          <pc:docMk/>
          <pc:sldMk cId="736430854" sldId="259"/>
        </pc:sldMkLst>
        <pc:spChg chg="mod">
          <ac:chgData name="Nathan, Lucas (DNR)" userId="96837891-6aae-41c1-b905-2f597761f76b" providerId="ADAL" clId="{F64F8652-B73F-49BC-A105-17EA9971C31A}" dt="2026-06-25T16:01:18.150" v="6" actId="1076"/>
          <ac:spMkLst>
            <pc:docMk/>
            <pc:sldMk cId="736430854" sldId="259"/>
            <ac:spMk id="9" creationId="{4DE46BED-CCB7-ED12-76E6-987DDCF23BB5}"/>
          </ac:spMkLst>
        </pc:spChg>
        <pc:spChg chg="mod">
          <ac:chgData name="Nathan, Lucas (DNR)" userId="96837891-6aae-41c1-b905-2f597761f76b" providerId="ADAL" clId="{F64F8652-B73F-49BC-A105-17EA9971C31A}" dt="2026-06-25T16:01:23.717" v="9" actId="1076"/>
          <ac:spMkLst>
            <pc:docMk/>
            <pc:sldMk cId="736430854" sldId="259"/>
            <ac:spMk id="36" creationId="{F232C6D4-D313-5CF3-FB0F-E1501BDC93CD}"/>
          </ac:spMkLst>
        </pc:spChg>
        <pc:spChg chg="mod">
          <ac:chgData name="Nathan, Lucas (DNR)" userId="96837891-6aae-41c1-b905-2f597761f76b" providerId="ADAL" clId="{F64F8652-B73F-49BC-A105-17EA9971C31A}" dt="2026-06-25T16:01:27.035" v="11" actId="1076"/>
          <ac:spMkLst>
            <pc:docMk/>
            <pc:sldMk cId="736430854" sldId="259"/>
            <ac:spMk id="55" creationId="{E5F2DEB9-D5FF-822A-EC32-801F1E718A91}"/>
          </ac:spMkLst>
        </pc:spChg>
        <pc:spChg chg="mod">
          <ac:chgData name="Nathan, Lucas (DNR)" userId="96837891-6aae-41c1-b905-2f597761f76b" providerId="ADAL" clId="{F64F8652-B73F-49BC-A105-17EA9971C31A}" dt="2026-06-25T16:01:28.334" v="12" actId="1076"/>
          <ac:spMkLst>
            <pc:docMk/>
            <pc:sldMk cId="736430854" sldId="259"/>
            <ac:spMk id="56" creationId="{804BC60D-A7DB-B0DC-873E-C88966E8B6E5}"/>
          </ac:spMkLst>
        </pc:spChg>
        <pc:spChg chg="mod">
          <ac:chgData name="Nathan, Lucas (DNR)" userId="96837891-6aae-41c1-b905-2f597761f76b" providerId="ADAL" clId="{F64F8652-B73F-49BC-A105-17EA9971C31A}" dt="2026-06-25T16:01:30.244" v="13" actId="1076"/>
          <ac:spMkLst>
            <pc:docMk/>
            <pc:sldMk cId="736430854" sldId="259"/>
            <ac:spMk id="57" creationId="{9E41CA45-5A62-0DC2-D3E3-DB5565A92737}"/>
          </ac:spMkLst>
        </pc:spChg>
        <pc:cxnChg chg="mod">
          <ac:chgData name="Nathan, Lucas (DNR)" userId="96837891-6aae-41c1-b905-2f597761f76b" providerId="ADAL" clId="{F64F8652-B73F-49BC-A105-17EA9971C31A}" dt="2026-06-25T16:01:23.717" v="9" actId="1076"/>
          <ac:cxnSpMkLst>
            <pc:docMk/>
            <pc:sldMk cId="736430854" sldId="259"/>
            <ac:cxnSpMk id="33" creationId="{5ACF0083-16C2-F0F9-A827-FF66098563B1}"/>
          </ac:cxnSpMkLst>
        </pc:cxnChg>
        <pc:cxnChg chg="mod">
          <ac:chgData name="Nathan, Lucas (DNR)" userId="96837891-6aae-41c1-b905-2f597761f76b" providerId="ADAL" clId="{F64F8652-B73F-49BC-A105-17EA9971C31A}" dt="2026-06-25T16:01:18.150" v="6" actId="1076"/>
          <ac:cxnSpMkLst>
            <pc:docMk/>
            <pc:sldMk cId="736430854" sldId="259"/>
            <ac:cxnSpMk id="47" creationId="{C469FA14-2E55-6586-C5EF-5368C0DF10FC}"/>
          </ac:cxnSpMkLst>
        </pc:cxnChg>
        <pc:cxnChg chg="mod">
          <ac:chgData name="Nathan, Lucas (DNR)" userId="96837891-6aae-41c1-b905-2f597761f76b" providerId="ADAL" clId="{F64F8652-B73F-49BC-A105-17EA9971C31A}" dt="2026-06-25T16:01:27.035" v="11" actId="1076"/>
          <ac:cxnSpMkLst>
            <pc:docMk/>
            <pc:sldMk cId="736430854" sldId="259"/>
            <ac:cxnSpMk id="60" creationId="{1AEE35A2-74F7-EC18-C0F9-6FA2948E2BD5}"/>
          </ac:cxnSpMkLst>
        </pc:cxnChg>
        <pc:cxnChg chg="mod">
          <ac:chgData name="Nathan, Lucas (DNR)" userId="96837891-6aae-41c1-b905-2f597761f76b" providerId="ADAL" clId="{F64F8652-B73F-49BC-A105-17EA9971C31A}" dt="2026-06-25T16:01:28.334" v="12" actId="1076"/>
          <ac:cxnSpMkLst>
            <pc:docMk/>
            <pc:sldMk cId="736430854" sldId="259"/>
            <ac:cxnSpMk id="64" creationId="{1DFF9741-0F70-B9A9-9AEB-498E31BECBF6}"/>
          </ac:cxnSpMkLst>
        </pc:cxnChg>
        <pc:cxnChg chg="mod">
          <ac:chgData name="Nathan, Lucas (DNR)" userId="96837891-6aae-41c1-b905-2f597761f76b" providerId="ADAL" clId="{F64F8652-B73F-49BC-A105-17EA9971C31A}" dt="2026-06-25T16:01:30.244" v="13" actId="1076"/>
          <ac:cxnSpMkLst>
            <pc:docMk/>
            <pc:sldMk cId="736430854" sldId="259"/>
            <ac:cxnSpMk id="97" creationId="{F71000F1-93EA-247E-8A84-87318AB40F9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4013200" y="1721502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1709735" y="1547244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6" name="Oval 1">
            <a:extLst>
              <a:ext uri="{FF2B5EF4-FFF2-40B4-BE49-F238E27FC236}">
                <a16:creationId xmlns:a16="http://schemas.microsoft.com/office/drawing/2014/main" id="{58981A44-2D30-B03A-40AF-B4D55A7E46A4}"/>
              </a:ext>
            </a:extLst>
          </p:cNvPr>
          <p:cNvSpPr/>
          <p:nvPr/>
        </p:nvSpPr>
        <p:spPr>
          <a:xfrm>
            <a:off x="1201733" y="3062790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6B2E6BC-1735-4EF8-6CF5-FE1B71D9491D}"/>
              </a:ext>
            </a:extLst>
          </p:cNvPr>
          <p:cNvSpPr txBox="1"/>
          <p:nvPr/>
        </p:nvSpPr>
        <p:spPr>
          <a:xfrm>
            <a:off x="4013199" y="3365500"/>
            <a:ext cx="38099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catch data by efforts in </a:t>
            </a:r>
            <a:r>
              <a:rPr lang="en-US" sz="1200" dirty="0" err="1"/>
              <a:t>FISH_query</a:t>
            </a:r>
            <a:endParaRPr lang="en-US" sz="1200" dirty="0"/>
          </a:p>
          <a:p>
            <a:r>
              <a:rPr lang="en-US" sz="1200" dirty="0"/>
              <a:t>Output: joins catch data to </a:t>
            </a:r>
            <a:r>
              <a:rPr lang="en-US" sz="1200" dirty="0" err="1"/>
              <a:t>FISH_query</a:t>
            </a:r>
            <a:endParaRPr lang="en-US" sz="1200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116" idx="4"/>
            <a:endCxn id="115" idx="0"/>
          </p:cNvCxnSpPr>
          <p:nvPr/>
        </p:nvCxnSpPr>
        <p:spPr>
          <a:xfrm flipH="1">
            <a:off x="1413665" y="4242302"/>
            <a:ext cx="1054101" cy="510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E5109F92-7FEE-64A0-E5A1-96C05482E3D8}"/>
              </a:ext>
            </a:extLst>
          </p:cNvPr>
          <p:cNvCxnSpPr>
            <a:cxnSpLocks/>
            <a:stCxn id="114" idx="4"/>
            <a:endCxn id="116" idx="0"/>
          </p:cNvCxnSpPr>
          <p:nvPr/>
        </p:nvCxnSpPr>
        <p:spPr>
          <a:xfrm flipH="1">
            <a:off x="2467766" y="2726756"/>
            <a:ext cx="1" cy="336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116" idx="4"/>
            <a:endCxn id="131" idx="0"/>
          </p:cNvCxnSpPr>
          <p:nvPr/>
        </p:nvCxnSpPr>
        <p:spPr>
          <a:xfrm>
            <a:off x="2467766" y="4242302"/>
            <a:ext cx="1642267" cy="589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6" idx="4"/>
            <a:endCxn id="134" idx="0"/>
          </p:cNvCxnSpPr>
          <p:nvPr/>
        </p:nvCxnSpPr>
        <p:spPr>
          <a:xfrm>
            <a:off x="2467766" y="4242302"/>
            <a:ext cx="4348171" cy="589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6" idx="4"/>
            <a:endCxn id="146" idx="0"/>
          </p:cNvCxnSpPr>
          <p:nvPr/>
        </p:nvCxnSpPr>
        <p:spPr>
          <a:xfrm>
            <a:off x="2467766" y="4242302"/>
            <a:ext cx="7044537" cy="510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3637755" y="2953939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EffortMeasurement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EffortQuantity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EffortMeasurement2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EffortQuantity2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6846946" y="2953938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10056137" y="3729828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>
            <a:off x="2362675" y="4071143"/>
            <a:ext cx="12750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 flipV="1">
            <a:off x="6333447" y="4071142"/>
            <a:ext cx="51349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 flipV="1">
            <a:off x="9542638" y="4071141"/>
            <a:ext cx="51349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C13E6-4B29-D95B-7563-D4E3C8D71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8CDC6C-8A45-B20A-B223-49B2497A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3195C522-2030-D15A-FE62-C290E35B62D0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0D3B8EBA-C2BB-D4C2-DD7A-5B18DB01E86E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0FED9E-27E2-752B-BCB2-A111E66BAD5B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7E0A5844-1058-2A3D-9C61-CD7CE7543CD5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8C8E5B-2D36-6F28-C728-560CE454A79C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02C815BB-1E92-8AD5-1141-2435BE9E3FB7}"/>
              </a:ext>
            </a:extLst>
          </p:cNvPr>
          <p:cNvSpPr/>
          <p:nvPr/>
        </p:nvSpPr>
        <p:spPr>
          <a:xfrm>
            <a:off x="7043735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A5B798-2013-6B89-CBB8-3B8D09108AA9}"/>
              </a:ext>
            </a:extLst>
          </p:cNvPr>
          <p:cNvCxnSpPr>
            <a:cxnSpLocks/>
            <a:stCxn id="25" idx="0"/>
            <a:endCxn id="7" idx="2"/>
          </p:cNvCxnSpPr>
          <p:nvPr/>
        </p:nvCxnSpPr>
        <p:spPr>
          <a:xfrm flipH="1" flipV="1">
            <a:off x="6468268" y="4879855"/>
            <a:ext cx="1333499" cy="41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7BA59096-1338-2259-37D1-D16DC768901E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F6A3D3A-B93F-9101-E540-6EB9F73A284B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824664D-C8E5-132F-1392-324C006577E6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46F5C7CC-6925-F2A6-9406-632497A09E9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373FC20-4DB9-0EBF-B26C-406748F7C46D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flipH="1">
            <a:off x="7801767" y="3087092"/>
            <a:ext cx="285752" cy="220305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611CF0E8-E529-CC42-9A90-AE3BD15DBC2B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Explosion: 8 Points 88">
            <a:extLst>
              <a:ext uri="{FF2B5EF4-FFF2-40B4-BE49-F238E27FC236}">
                <a16:creationId xmlns:a16="http://schemas.microsoft.com/office/drawing/2014/main" id="{616E293E-E6D5-C468-BCA9-F358D3A56DDD}"/>
              </a:ext>
            </a:extLst>
          </p:cNvPr>
          <p:cNvSpPr/>
          <p:nvPr/>
        </p:nvSpPr>
        <p:spPr>
          <a:xfrm>
            <a:off x="8281987" y="3263900"/>
            <a:ext cx="3474246" cy="2746873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should scale envelope be joined??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994C8DB8-0F48-876A-B588-45D8C4D02632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7245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3E2605F5-6924-AB68-E547-F0544AEF2C11}"/>
              </a:ext>
            </a:extLst>
          </p:cNvPr>
          <p:cNvSpPr/>
          <p:nvPr/>
        </p:nvSpPr>
        <p:spPr>
          <a:xfrm>
            <a:off x="7043735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584F975-E590-4D1D-53B1-AABC90A93150}"/>
              </a:ext>
            </a:extLst>
          </p:cNvPr>
          <p:cNvCxnSpPr>
            <a:cxnSpLocks/>
            <a:stCxn id="25" idx="0"/>
            <a:endCxn id="7" idx="2"/>
          </p:cNvCxnSpPr>
          <p:nvPr/>
        </p:nvCxnSpPr>
        <p:spPr>
          <a:xfrm flipH="1" flipV="1">
            <a:off x="6468268" y="4879855"/>
            <a:ext cx="1333499" cy="41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3B769DA-AD63-C4ED-00AE-45CA1156D7C2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flipH="1">
            <a:off x="7801767" y="3087092"/>
            <a:ext cx="285752" cy="220305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Explosion: 8 Points 88">
            <a:extLst>
              <a:ext uri="{FF2B5EF4-FFF2-40B4-BE49-F238E27FC236}">
                <a16:creationId xmlns:a16="http://schemas.microsoft.com/office/drawing/2014/main" id="{EA9AA6C2-F859-B3D3-D675-965CE58843B8}"/>
              </a:ext>
            </a:extLst>
          </p:cNvPr>
          <p:cNvSpPr/>
          <p:nvPr/>
        </p:nvSpPr>
        <p:spPr>
          <a:xfrm>
            <a:off x="8281987" y="3263900"/>
            <a:ext cx="3474246" cy="2746873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should scale envelope be joined??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Explosion: 8 Points 1">
            <a:extLst>
              <a:ext uri="{FF2B5EF4-FFF2-40B4-BE49-F238E27FC236}">
                <a16:creationId xmlns:a16="http://schemas.microsoft.com/office/drawing/2014/main" id="{9724142F-D601-8CD2-2C17-A9A6925DF763}"/>
              </a:ext>
            </a:extLst>
          </p:cNvPr>
          <p:cNvSpPr/>
          <p:nvPr/>
        </p:nvSpPr>
        <p:spPr>
          <a:xfrm>
            <a:off x="5633243" y="0"/>
            <a:ext cx="3474246" cy="2746873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this after finishing </a:t>
            </a:r>
            <a:r>
              <a:rPr lang="en-US" dirty="0" err="1"/>
              <a:t>catchByEffort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7043735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6468268" y="4879855"/>
            <a:ext cx="1333499" cy="41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10FB7AB-C868-17B9-B8D5-568B70158A7B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801767" y="3087092"/>
            <a:ext cx="285752" cy="220305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229</Words>
  <Application>Microsoft Office PowerPoint</Application>
  <PresentationFormat>Widescreen</PresentationFormat>
  <Paragraphs>131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Age_length_summary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2026-06-25T16:01:34Z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