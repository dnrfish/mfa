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  <p:sldId id="267" r:id="rId5"/>
    <p:sldId id="268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5AC92B-2308-4395-BD5A-764B9D49FDF5}" v="16" dt="2026-10-05T14:43:19.6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han, Lucas (DNR)" userId="96837891-6aae-41c1-b905-2f597761f76b" providerId="ADAL" clId="{F64F8652-B73F-49BC-A105-17EA9971C31A}"/>
    <pc:docChg chg="undo custSel addSld delSld modSld sldOrd">
      <pc:chgData name="Nathan, Lucas (DNR)" userId="96837891-6aae-41c1-b905-2f597761f76b" providerId="ADAL" clId="{F64F8652-B73F-49BC-A105-17EA9971C31A}" dt="2026-10-05T14:43:23.309" v="1154" actId="14100"/>
      <pc:docMkLst>
        <pc:docMk/>
      </pc:docMkLst>
      <pc:sldChg chg="addSp delSp modSp mod">
        <pc:chgData name="Nathan, Lucas (DNR)" userId="96837891-6aae-41c1-b905-2f597761f76b" providerId="ADAL" clId="{F64F8652-B73F-49BC-A105-17EA9971C31A}" dt="2026-09-29T19:41:12.424" v="1087" actId="478"/>
        <pc:sldMkLst>
          <pc:docMk/>
          <pc:sldMk cId="4018073164" sldId="256"/>
        </pc:sldMkLst>
        <pc:spChg chg="add mod">
          <ac:chgData name="Nathan, Lucas (DNR)" userId="96837891-6aae-41c1-b905-2f597761f76b" providerId="ADAL" clId="{F64F8652-B73F-49BC-A105-17EA9971C31A}" dt="2026-09-29T19:41:10.244" v="1086" actId="1076"/>
          <ac:spMkLst>
            <pc:docMk/>
            <pc:sldMk cId="4018073164" sldId="256"/>
            <ac:spMk id="11" creationId="{BB7CA647-AE2A-13CD-C36F-8D1D8DAC0349}"/>
          </ac:spMkLst>
        </pc:spChg>
        <pc:cxnChg chg="mod">
          <ac:chgData name="Nathan, Lucas (DNR)" userId="96837891-6aae-41c1-b905-2f597761f76b" providerId="ADAL" clId="{F64F8652-B73F-49BC-A105-17EA9971C31A}" dt="2026-09-29T19:40:24.330" v="1071" actId="17032"/>
          <ac:cxnSpMkLst>
            <pc:docMk/>
            <pc:sldMk cId="4018073164" sldId="256"/>
            <ac:cxnSpMk id="12" creationId="{81A26EC5-D573-533A-BC0E-C461C4C8848C}"/>
          </ac:cxnSpMkLst>
        </pc:cxnChg>
      </pc:sldChg>
      <pc:sldChg chg="addSp modSp mod">
        <pc:chgData name="Nathan, Lucas (DNR)" userId="96837891-6aae-41c1-b905-2f597761f76b" providerId="ADAL" clId="{F64F8652-B73F-49BC-A105-17EA9971C31A}" dt="2026-10-05T14:43:23.309" v="1154" actId="14100"/>
        <pc:sldMkLst>
          <pc:docMk/>
          <pc:sldMk cId="736430854" sldId="259"/>
        </pc:sldMkLst>
        <pc:spChg chg="mod">
          <ac:chgData name="Nathan, Lucas (DNR)" userId="96837891-6aae-41c1-b905-2f597761f76b" providerId="ADAL" clId="{F64F8652-B73F-49BC-A105-17EA9971C31A}" dt="2026-10-05T14:42:34.666" v="1129" actId="115"/>
          <ac:spMkLst>
            <pc:docMk/>
            <pc:sldMk cId="736430854" sldId="259"/>
            <ac:spMk id="5" creationId="{E4341F77-F201-7337-BB6D-ACA54CA290C4}"/>
          </ac:spMkLst>
        </pc:spChg>
        <pc:spChg chg="add mod">
          <ac:chgData name="Nathan, Lucas (DNR)" userId="96837891-6aae-41c1-b905-2f597761f76b" providerId="ADAL" clId="{F64F8652-B73F-49BC-A105-17EA9971C31A}" dt="2026-10-05T14:42:11.859" v="1119" actId="1076"/>
          <ac:spMkLst>
            <pc:docMk/>
            <pc:sldMk cId="736430854" sldId="259"/>
            <ac:spMk id="8" creationId="{A956516C-0AE2-0D7C-CF0D-42EA3E415DAA}"/>
          </ac:spMkLst>
        </pc:spChg>
        <pc:spChg chg="add mod">
          <ac:chgData name="Nathan, Lucas (DNR)" userId="96837891-6aae-41c1-b905-2f597761f76b" providerId="ADAL" clId="{F64F8652-B73F-49BC-A105-17EA9971C31A}" dt="2026-10-05T14:42:44.616" v="1132" actId="115"/>
          <ac:spMkLst>
            <pc:docMk/>
            <pc:sldMk cId="736430854" sldId="259"/>
            <ac:spMk id="27" creationId="{D3C113A9-AEAE-269F-7C2B-35FAC55A3275}"/>
          </ac:spMkLst>
        </pc:spChg>
        <pc:spChg chg="add mod">
          <ac:chgData name="Nathan, Lucas (DNR)" userId="96837891-6aae-41c1-b905-2f597761f76b" providerId="ADAL" clId="{F64F8652-B73F-49BC-A105-17EA9971C31A}" dt="2026-10-05T14:43:13.808" v="1148" actId="115"/>
          <ac:spMkLst>
            <pc:docMk/>
            <pc:sldMk cId="736430854" sldId="259"/>
            <ac:spMk id="29" creationId="{59E3B0BF-E3CC-F8B0-415B-E5FD6FB50001}"/>
          </ac:spMkLst>
        </pc:spChg>
        <pc:spChg chg="mod">
          <ac:chgData name="Nathan, Lucas (DNR)" userId="96837891-6aae-41c1-b905-2f597761f76b" providerId="ADAL" clId="{F64F8652-B73F-49BC-A105-17EA9971C31A}" dt="2026-10-05T14:41:57.357" v="1115" actId="1076"/>
          <ac:spMkLst>
            <pc:docMk/>
            <pc:sldMk cId="736430854" sldId="259"/>
            <ac:spMk id="55" creationId="{E5F2DEB9-D5FF-822A-EC32-801F1E718A91}"/>
          </ac:spMkLst>
        </pc:spChg>
        <pc:spChg chg="mod">
          <ac:chgData name="Nathan, Lucas (DNR)" userId="96837891-6aae-41c1-b905-2f597761f76b" providerId="ADAL" clId="{F64F8652-B73F-49BC-A105-17EA9971C31A}" dt="2026-10-05T14:41:55.554" v="1114" actId="1076"/>
          <ac:spMkLst>
            <pc:docMk/>
            <pc:sldMk cId="736430854" sldId="259"/>
            <ac:spMk id="56" creationId="{804BC60D-A7DB-B0DC-873E-C88966E8B6E5}"/>
          </ac:spMkLst>
        </pc:spChg>
        <pc:spChg chg="mod">
          <ac:chgData name="Nathan, Lucas (DNR)" userId="96837891-6aae-41c1-b905-2f597761f76b" providerId="ADAL" clId="{F64F8652-B73F-49BC-A105-17EA9971C31A}" dt="2026-10-05T14:42:04.090" v="1117" actId="1076"/>
          <ac:spMkLst>
            <pc:docMk/>
            <pc:sldMk cId="736430854" sldId="259"/>
            <ac:spMk id="57" creationId="{9E41CA45-5A62-0DC2-D3E3-DB5565A92737}"/>
          </ac:spMkLst>
        </pc:spChg>
        <pc:cxnChg chg="add mod">
          <ac:chgData name="Nathan, Lucas (DNR)" userId="96837891-6aae-41c1-b905-2f597761f76b" providerId="ADAL" clId="{F64F8652-B73F-49BC-A105-17EA9971C31A}" dt="2026-10-05T14:42:11.859" v="1119" actId="1076"/>
          <ac:cxnSpMkLst>
            <pc:docMk/>
            <pc:sldMk cId="736430854" sldId="259"/>
            <ac:cxnSpMk id="10" creationId="{E00B45E2-8CCA-CD70-AD7F-0C8A39070315}"/>
          </ac:cxnSpMkLst>
        </pc:cxnChg>
        <pc:cxnChg chg="mod">
          <ac:chgData name="Nathan, Lucas (DNR)" userId="96837891-6aae-41c1-b905-2f597761f76b" providerId="ADAL" clId="{F64F8652-B73F-49BC-A105-17EA9971C31A}" dt="2026-10-05T14:41:57.357" v="1115" actId="1076"/>
          <ac:cxnSpMkLst>
            <pc:docMk/>
            <pc:sldMk cId="736430854" sldId="259"/>
            <ac:cxnSpMk id="23" creationId="{8B2C970B-DFB2-ABD9-17B5-8C09DD3A1C63}"/>
          </ac:cxnSpMkLst>
        </pc:cxnChg>
        <pc:cxnChg chg="add mod">
          <ac:chgData name="Nathan, Lucas (DNR)" userId="96837891-6aae-41c1-b905-2f597761f76b" providerId="ADAL" clId="{F64F8652-B73F-49BC-A105-17EA9971C31A}" dt="2026-10-05T14:43:18.919" v="1151" actId="14100"/>
          <ac:cxnSpMkLst>
            <pc:docMk/>
            <pc:sldMk cId="736430854" sldId="259"/>
            <ac:cxnSpMk id="30" creationId="{E3D00D13-90FF-FA76-A1CC-14955AF313F2}"/>
          </ac:cxnSpMkLst>
        </pc:cxnChg>
        <pc:cxnChg chg="add mod">
          <ac:chgData name="Nathan, Lucas (DNR)" userId="96837891-6aae-41c1-b905-2f597761f76b" providerId="ADAL" clId="{F64F8652-B73F-49BC-A105-17EA9971C31A}" dt="2026-10-05T14:43:23.309" v="1154" actId="14100"/>
          <ac:cxnSpMkLst>
            <pc:docMk/>
            <pc:sldMk cId="736430854" sldId="259"/>
            <ac:cxnSpMk id="34" creationId="{386E51CF-14D7-F7A1-2A14-3C0AC73759B8}"/>
          </ac:cxnSpMkLst>
        </pc:cxnChg>
        <pc:cxnChg chg="mod">
          <ac:chgData name="Nathan, Lucas (DNR)" userId="96837891-6aae-41c1-b905-2f597761f76b" providerId="ADAL" clId="{F64F8652-B73F-49BC-A105-17EA9971C31A}" dt="2026-10-05T14:36:53.066" v="1094" actId="1076"/>
          <ac:cxnSpMkLst>
            <pc:docMk/>
            <pc:sldMk cId="736430854" sldId="259"/>
            <ac:cxnSpMk id="52" creationId="{6D1009BD-12C6-C04E-B63A-A7D9B2D7872E}"/>
          </ac:cxnSpMkLst>
        </pc:cxnChg>
        <pc:cxnChg chg="mod">
          <ac:chgData name="Nathan, Lucas (DNR)" userId="96837891-6aae-41c1-b905-2f597761f76b" providerId="ADAL" clId="{F64F8652-B73F-49BC-A105-17EA9971C31A}" dt="2026-10-05T14:41:57.357" v="1115" actId="1076"/>
          <ac:cxnSpMkLst>
            <pc:docMk/>
            <pc:sldMk cId="736430854" sldId="259"/>
            <ac:cxnSpMk id="60" creationId="{1AEE35A2-74F7-EC18-C0F9-6FA2948E2BD5}"/>
          </ac:cxnSpMkLst>
        </pc:cxnChg>
        <pc:cxnChg chg="mod">
          <ac:chgData name="Nathan, Lucas (DNR)" userId="96837891-6aae-41c1-b905-2f597761f76b" providerId="ADAL" clId="{F64F8652-B73F-49BC-A105-17EA9971C31A}" dt="2026-10-05T14:42:06.742" v="1118" actId="14100"/>
          <ac:cxnSpMkLst>
            <pc:docMk/>
            <pc:sldMk cId="736430854" sldId="259"/>
            <ac:cxnSpMk id="64" creationId="{1DFF9741-0F70-B9A9-9AEB-498E31BECBF6}"/>
          </ac:cxnSpMkLst>
        </pc:cxnChg>
        <pc:cxnChg chg="mod">
          <ac:chgData name="Nathan, Lucas (DNR)" userId="96837891-6aae-41c1-b905-2f597761f76b" providerId="ADAL" clId="{F64F8652-B73F-49BC-A105-17EA9971C31A}" dt="2026-10-05T14:42:04.090" v="1117" actId="1076"/>
          <ac:cxnSpMkLst>
            <pc:docMk/>
            <pc:sldMk cId="736430854" sldId="259"/>
            <ac:cxnSpMk id="97" creationId="{F71000F1-93EA-247E-8A84-87318AB40F95}"/>
          </ac:cxnSpMkLst>
        </pc:cxnChg>
      </pc:sldChg>
      <pc:sldChg chg="addSp modSp mod">
        <pc:chgData name="Nathan, Lucas (DNR)" userId="96837891-6aae-41c1-b905-2f597761f76b" providerId="ADAL" clId="{F64F8652-B73F-49BC-A105-17EA9971C31A}" dt="2026-09-29T19:41:26.794" v="1089" actId="1076"/>
        <pc:sldMkLst>
          <pc:docMk/>
          <pc:sldMk cId="3322492765" sldId="261"/>
        </pc:sldMkLst>
        <pc:spChg chg="add mod">
          <ac:chgData name="Nathan, Lucas (DNR)" userId="96837891-6aae-41c1-b905-2f597761f76b" providerId="ADAL" clId="{F64F8652-B73F-49BC-A105-17EA9971C31A}" dt="2026-09-29T19:41:26.794" v="1089" actId="1076"/>
          <ac:spMkLst>
            <pc:docMk/>
            <pc:sldMk cId="3322492765" sldId="261"/>
            <ac:spMk id="3" creationId="{CAF8DB76-DF0D-6DA6-0FC9-4A9E564AFA4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64802-BC18-9A97-0155-822314D5D6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A99D85-832A-473B-7FA4-6F891B2270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88DA5-C481-20AE-6918-F38354299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C5205-C240-4C15-BC7A-8B28C81B6976}" type="datetimeFigureOut">
              <a:rPr lang="en-US" smtClean="0"/>
              <a:t>10/05/2026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6CF05-12A3-FEF5-27E1-98185685A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AA92B-8399-2387-7117-704C82F3E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FBC1A-6D6E-4FFD-9095-BF3C8C23A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62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97EB6-DE13-AB13-21FF-1DD2B741D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DE674-5485-FF8D-71E7-3C4504C44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862C4-5D4C-4DB6-6057-6DCAE97C3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C5205-C240-4C15-BC7A-8B28C81B6976}" type="datetimeFigureOut">
              <a:rPr lang="en-US" smtClean="0"/>
              <a:t>10/05/2026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1945D-A92A-A17B-18EC-E456A7666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86A3D-1DE1-5E7B-3B6E-ADCDEF8B6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FBC1A-6D6E-4FFD-9095-BF3C8C23A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191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492FA-E61F-540D-A557-EB8367DCF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71CD17-8FD7-9404-DD54-7A274A2E3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A00BB-3D7F-3EB9-E72D-4829ACBBB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C5205-C240-4C15-BC7A-8B28C81B6976}" type="datetimeFigureOut">
              <a:rPr lang="en-US" smtClean="0"/>
              <a:t>10/05/2026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D4F4E-91E1-3CBE-88E8-64DF62A24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69BCD-2806-B3E6-4810-9FF3AF375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FBC1A-6D6E-4FFD-9095-BF3C8C23A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243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05AC7-5E94-765D-DC46-9F2813E6D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45EB0-B77B-04A1-96A8-CDF4E939EF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642A34-B868-2968-362C-7105BD28A7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01A4AC-97E7-68D0-63CA-9889619AE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C5205-C240-4C15-BC7A-8B28C81B6976}" type="datetimeFigureOut">
              <a:rPr lang="en-US" smtClean="0"/>
              <a:t>10/05/2026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5F4BA8-C7C7-6126-A579-DC64A1FA2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515BF8-BFAC-5DC1-A148-F722B9F94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FBC1A-6D6E-4FFD-9095-BF3C8C23A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247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C4765-8755-2410-A6AD-F580A4FFC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CC4619-B061-E7A8-C28A-577E278FC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6D31C0-6B70-3A5D-D9C7-2106C19B3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BC8F30-F790-4C5A-43EB-95E7F06C99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AB0DD4-E5EF-3D7A-DD9A-D3673664AB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F03415-EE16-F6BC-7473-7DF7FBE43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C5205-C240-4C15-BC7A-8B28C81B6976}" type="datetimeFigureOut">
              <a:rPr lang="en-US" smtClean="0"/>
              <a:t>10/05/2026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556E5C-9A5B-C074-A197-92E4E64A4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BF038D-A32B-6AB2-D4A4-EFF9DE74C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FBC1A-6D6E-4FFD-9095-BF3C8C23A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739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C2DBC-4C3E-04BD-9105-2C3387096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C0DDA1-406F-8E26-64F7-9192E57D0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C5205-C240-4C15-BC7A-8B28C81B6976}" type="datetimeFigureOut">
              <a:rPr lang="en-US" smtClean="0"/>
              <a:t>10/05/2026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D7618F-608F-5572-D878-F883C7653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FCDD8A-9469-6FE4-EF19-FCDAD9F35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FBC1A-6D6E-4FFD-9095-BF3C8C23A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857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26DDD7-E8BC-6C67-02E3-DCE91ECBA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C5205-C240-4C15-BC7A-8B28C81B6976}" type="datetimeFigureOut">
              <a:rPr lang="en-US" smtClean="0"/>
              <a:t>10/05/2026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7764EA-A807-4802-8FBA-3810AF8F4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4B3BF5-E619-30C3-C884-543D45109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FBC1A-6D6E-4FFD-9095-BF3C8C23A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764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23B02-7509-42E3-3BFC-FBA5182EA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F03AC-6DA9-D420-4B42-2E98B08C1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4897CD-F67C-E4A2-BD36-6D614E9228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7A5E8B-4BF6-AFF4-F32B-7DFBDED50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C5205-C240-4C15-BC7A-8B28C81B6976}" type="datetimeFigureOut">
              <a:rPr lang="en-US" smtClean="0"/>
              <a:t>10/05/2026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35AA4F-AE41-280F-1902-71A6F88B1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381523-9023-3009-8361-16DF50385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FBC1A-6D6E-4FFD-9095-BF3C8C23A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426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E73D7-2F1B-BA22-F8F8-1292A5249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AAD1C-3371-952A-CB34-ECEDD9F0CF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752980-0CF8-FA8E-0241-858DC9C98A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19A413-FC5C-3BFF-42B0-FC016AD5A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C5205-C240-4C15-BC7A-8B28C81B6976}" type="datetimeFigureOut">
              <a:rPr lang="en-US" smtClean="0"/>
              <a:t>10/05/2026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0AD866-E648-7CE8-B578-ED3C6B057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69D5C-D1A0-861A-3FA2-73C74E9E5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FBC1A-6D6E-4FFD-9095-BF3C8C23A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544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6E72F-1423-E94D-BADB-2333F1544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A5961E-1277-0F90-FB1C-80C951D77A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E28EF-F7DD-77F5-FC48-9AD12F034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C5205-C240-4C15-BC7A-8B28C81B6976}" type="datetimeFigureOut">
              <a:rPr lang="en-US" smtClean="0"/>
              <a:t>10/05/2026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27CD7-FC05-76DE-CAE1-0DEF03A4F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74DCA-0E80-0D59-A591-AD97F5A73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FBC1A-6D6E-4FFD-9095-BF3C8C23A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009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6E9187-9724-F3AE-012E-FDB8BF526B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A0F334-1210-F770-9043-9FBD28D54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C0A78-2D3E-4CBF-3C47-105C2AF67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C5205-C240-4C15-BC7A-8B28C81B6976}" type="datetimeFigureOut">
              <a:rPr lang="en-US" smtClean="0"/>
              <a:t>10/05/2026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25E4F-11DB-BFDB-EDAB-71B484317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14A95-F416-3DCF-E7E9-18E7989FA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FBC1A-6D6E-4FFD-9095-BF3C8C23A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44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C50A67-4D5F-1515-21C9-4D657EC7E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3C6A32-D97F-E3AB-86BD-8EC942916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959EC-A70D-DCDC-1460-AABEA11D09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9C5205-C240-4C15-BC7A-8B28C81B6976}" type="datetimeFigureOut">
              <a:rPr lang="en-US" smtClean="0"/>
              <a:t>10/05/2026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C50F6-BBBA-DF18-5B6F-606B88414F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B8DFF-4487-8517-7FAE-8DC8120EA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CFBC1A-6D6E-4FFD-9095-BF3C8C23A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301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D8FBDF-B74B-2195-9ED0-CB14419D7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workflow</a:t>
            </a:r>
          </a:p>
        </p:txBody>
      </p:sp>
      <p:sp>
        <p:nvSpPr>
          <p:cNvPr id="114" name="Oval 1">
            <a:extLst>
              <a:ext uri="{FF2B5EF4-FFF2-40B4-BE49-F238E27FC236}">
                <a16:creationId xmlns:a16="http://schemas.microsoft.com/office/drawing/2014/main" id="{22A466D5-AAD0-3071-6965-5C1B6750E217}"/>
              </a:ext>
            </a:extLst>
          </p:cNvPr>
          <p:cNvSpPr/>
          <p:nvPr/>
        </p:nvSpPr>
        <p:spPr>
          <a:xfrm>
            <a:off x="4579937" y="1867950"/>
            <a:ext cx="1516063" cy="1179512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FISH_query</a:t>
            </a:r>
            <a:endParaRPr lang="en-US" sz="1200" b="1" kern="100" dirty="0">
              <a:solidFill>
                <a:srgbClr val="000000"/>
              </a:solidFill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5" name="Oval 1">
            <a:extLst>
              <a:ext uri="{FF2B5EF4-FFF2-40B4-BE49-F238E27FC236}">
                <a16:creationId xmlns:a16="http://schemas.microsoft.com/office/drawing/2014/main" id="{35491D12-1809-8137-CC33-DAD53068DEB8}"/>
              </a:ext>
            </a:extLst>
          </p:cNvPr>
          <p:cNvSpPr/>
          <p:nvPr/>
        </p:nvSpPr>
        <p:spPr>
          <a:xfrm>
            <a:off x="147632" y="4752593"/>
            <a:ext cx="2532065" cy="117951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u="sng" kern="100" dirty="0" err="1">
                <a:solidFill>
                  <a:srgbClr val="00000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catchSummary</a:t>
            </a:r>
            <a:endParaRPr lang="en-US" sz="1200" u="sng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E5FC0A42-AE9F-0B0B-485B-29F8C0298083}"/>
              </a:ext>
            </a:extLst>
          </p:cNvPr>
          <p:cNvCxnSpPr>
            <a:cxnSpLocks/>
            <a:stCxn id="7" idx="4"/>
            <a:endCxn id="115" idx="0"/>
          </p:cNvCxnSpPr>
          <p:nvPr/>
        </p:nvCxnSpPr>
        <p:spPr>
          <a:xfrm flipH="1">
            <a:off x="1413665" y="4304798"/>
            <a:ext cx="977895" cy="4477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4523B275-7E03-2157-6D4C-DDEFFA1D55B1}"/>
              </a:ext>
            </a:extLst>
          </p:cNvPr>
          <p:cNvCxnSpPr>
            <a:cxnSpLocks/>
            <a:stCxn id="7" idx="4"/>
            <a:endCxn id="131" idx="0"/>
          </p:cNvCxnSpPr>
          <p:nvPr/>
        </p:nvCxnSpPr>
        <p:spPr>
          <a:xfrm>
            <a:off x="2391560" y="4304798"/>
            <a:ext cx="1718473" cy="527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1" name="Oval 1">
            <a:extLst>
              <a:ext uri="{FF2B5EF4-FFF2-40B4-BE49-F238E27FC236}">
                <a16:creationId xmlns:a16="http://schemas.microsoft.com/office/drawing/2014/main" id="{0F4BA67F-0E14-F6A5-745D-BF7DA8036AB2}"/>
              </a:ext>
            </a:extLst>
          </p:cNvPr>
          <p:cNvSpPr/>
          <p:nvPr/>
        </p:nvSpPr>
        <p:spPr>
          <a:xfrm>
            <a:off x="2844000" y="4832058"/>
            <a:ext cx="2532065" cy="117951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u="sng" kern="100">
                <a:solidFill>
                  <a:srgbClr val="00000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CPUE_byGear</a:t>
            </a:r>
            <a:endParaRPr lang="en-US" sz="1200" u="sng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4" name="Oval 1">
            <a:extLst>
              <a:ext uri="{FF2B5EF4-FFF2-40B4-BE49-F238E27FC236}">
                <a16:creationId xmlns:a16="http://schemas.microsoft.com/office/drawing/2014/main" id="{71B0AA02-42DC-A02A-5D95-F1E49F6BBBB7}"/>
              </a:ext>
            </a:extLst>
          </p:cNvPr>
          <p:cNvSpPr/>
          <p:nvPr/>
        </p:nvSpPr>
        <p:spPr>
          <a:xfrm>
            <a:off x="8534407" y="4525932"/>
            <a:ext cx="2532065" cy="1179512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u="sng" kern="100" dirty="0" err="1">
                <a:solidFill>
                  <a:srgbClr val="00000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ageLengthSummary</a:t>
            </a:r>
            <a:endParaRPr lang="en-US" sz="1200" u="sng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72489654-A647-3A7F-4431-D5E48C7D81F8}"/>
              </a:ext>
            </a:extLst>
          </p:cNvPr>
          <p:cNvCxnSpPr>
            <a:cxnSpLocks/>
            <a:stCxn id="114" idx="4"/>
            <a:endCxn id="134" idx="0"/>
          </p:cNvCxnSpPr>
          <p:nvPr/>
        </p:nvCxnSpPr>
        <p:spPr>
          <a:xfrm>
            <a:off x="5337969" y="3047462"/>
            <a:ext cx="4462471" cy="14784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BF46648B-8EDA-6C28-B5D0-4CED0A3094C8}"/>
              </a:ext>
            </a:extLst>
          </p:cNvPr>
          <p:cNvCxnSpPr>
            <a:cxnSpLocks/>
            <a:stCxn id="114" idx="4"/>
            <a:endCxn id="3" idx="0"/>
          </p:cNvCxnSpPr>
          <p:nvPr/>
        </p:nvCxnSpPr>
        <p:spPr>
          <a:xfrm>
            <a:off x="5337969" y="3047462"/>
            <a:ext cx="758031" cy="5256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6" name="Oval 1">
            <a:extLst>
              <a:ext uri="{FF2B5EF4-FFF2-40B4-BE49-F238E27FC236}">
                <a16:creationId xmlns:a16="http://schemas.microsoft.com/office/drawing/2014/main" id="{243A9D08-314D-3FF0-8773-EA0BED2236E8}"/>
              </a:ext>
            </a:extLst>
          </p:cNvPr>
          <p:cNvSpPr/>
          <p:nvPr/>
        </p:nvSpPr>
        <p:spPr>
          <a:xfrm>
            <a:off x="5540368" y="5023706"/>
            <a:ext cx="2532065" cy="1179512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u="sng" kern="100" dirty="0">
                <a:solidFill>
                  <a:srgbClr val="00000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RSD</a:t>
            </a:r>
            <a:endParaRPr lang="en-US" sz="1200" u="sng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Oval 1">
            <a:extLst>
              <a:ext uri="{FF2B5EF4-FFF2-40B4-BE49-F238E27FC236}">
                <a16:creationId xmlns:a16="http://schemas.microsoft.com/office/drawing/2014/main" id="{4FE9BE98-0136-BEEC-A5C5-767111FEA440}"/>
              </a:ext>
            </a:extLst>
          </p:cNvPr>
          <p:cNvSpPr/>
          <p:nvPr/>
        </p:nvSpPr>
        <p:spPr>
          <a:xfrm>
            <a:off x="1570427" y="3125286"/>
            <a:ext cx="1642266" cy="1179512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 err="1">
                <a:solidFill>
                  <a:srgbClr val="00000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catchByEffort</a:t>
            </a:r>
            <a:endParaRPr lang="en-US" sz="1200" b="1" kern="100" dirty="0">
              <a:solidFill>
                <a:srgbClr val="000000"/>
              </a:solidFill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1A26EC5-D573-533A-BC0E-C461C4C8848C}"/>
              </a:ext>
            </a:extLst>
          </p:cNvPr>
          <p:cNvCxnSpPr>
            <a:cxnSpLocks/>
            <a:stCxn id="114" idx="4"/>
            <a:endCxn id="7" idx="0"/>
          </p:cNvCxnSpPr>
          <p:nvPr/>
        </p:nvCxnSpPr>
        <p:spPr>
          <a:xfrm flipH="1">
            <a:off x="2391560" y="3047462"/>
            <a:ext cx="2946409" cy="77824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Oval 1">
            <a:extLst>
              <a:ext uri="{FF2B5EF4-FFF2-40B4-BE49-F238E27FC236}">
                <a16:creationId xmlns:a16="http://schemas.microsoft.com/office/drawing/2014/main" id="{C83F8609-4D7A-AA38-F086-9E85B47A8159}"/>
              </a:ext>
            </a:extLst>
          </p:cNvPr>
          <p:cNvSpPr/>
          <p:nvPr/>
        </p:nvSpPr>
        <p:spPr>
          <a:xfrm>
            <a:off x="5274867" y="3573081"/>
            <a:ext cx="1642266" cy="1179512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 err="1">
                <a:solidFill>
                  <a:srgbClr val="00000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lengthFreqByEffort</a:t>
            </a:r>
            <a:endParaRPr lang="en-US" sz="1200" b="1" kern="100" dirty="0">
              <a:solidFill>
                <a:srgbClr val="000000"/>
              </a:solidFill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E5E4102-F999-0B05-BBF4-9FFA54A5074E}"/>
              </a:ext>
            </a:extLst>
          </p:cNvPr>
          <p:cNvCxnSpPr>
            <a:cxnSpLocks/>
            <a:stCxn id="3" idx="4"/>
            <a:endCxn id="146" idx="0"/>
          </p:cNvCxnSpPr>
          <p:nvPr/>
        </p:nvCxnSpPr>
        <p:spPr>
          <a:xfrm>
            <a:off x="6096000" y="4752593"/>
            <a:ext cx="710401" cy="2711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Oval 1">
            <a:extLst>
              <a:ext uri="{FF2B5EF4-FFF2-40B4-BE49-F238E27FC236}">
                <a16:creationId xmlns:a16="http://schemas.microsoft.com/office/drawing/2014/main" id="{8B85A523-01A2-1DA7-72C4-D28D66DEECBB}"/>
              </a:ext>
            </a:extLst>
          </p:cNvPr>
          <p:cNvSpPr/>
          <p:nvPr/>
        </p:nvSpPr>
        <p:spPr>
          <a:xfrm>
            <a:off x="10565601" y="321559"/>
            <a:ext cx="1352080" cy="83099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kern="100" dirty="0">
                <a:solidFill>
                  <a:schemeClr val="tx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Summary functions</a:t>
            </a:r>
          </a:p>
        </p:txBody>
      </p:sp>
      <p:sp>
        <p:nvSpPr>
          <p:cNvPr id="37" name="Oval 1">
            <a:extLst>
              <a:ext uri="{FF2B5EF4-FFF2-40B4-BE49-F238E27FC236}">
                <a16:creationId xmlns:a16="http://schemas.microsoft.com/office/drawing/2014/main" id="{4F3D3F9A-BD58-A8B4-D609-BC9D6BE92DE4}"/>
              </a:ext>
            </a:extLst>
          </p:cNvPr>
          <p:cNvSpPr/>
          <p:nvPr/>
        </p:nvSpPr>
        <p:spPr>
          <a:xfrm>
            <a:off x="9213521" y="328961"/>
            <a:ext cx="1352080" cy="83099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kern="100" dirty="0">
                <a:solidFill>
                  <a:schemeClr val="tx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Join functions</a:t>
            </a:r>
          </a:p>
        </p:txBody>
      </p:sp>
      <p:sp>
        <p:nvSpPr>
          <p:cNvPr id="5" name="Oval 1">
            <a:extLst>
              <a:ext uri="{FF2B5EF4-FFF2-40B4-BE49-F238E27FC236}">
                <a16:creationId xmlns:a16="http://schemas.microsoft.com/office/drawing/2014/main" id="{5CB56F00-E8BD-EC94-645A-FEECDB529A91}"/>
              </a:ext>
            </a:extLst>
          </p:cNvPr>
          <p:cNvSpPr/>
          <p:nvPr/>
        </p:nvSpPr>
        <p:spPr>
          <a:xfrm>
            <a:off x="9592696" y="3047462"/>
            <a:ext cx="2532065" cy="117951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u="sng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detectionByYear</a:t>
            </a:r>
            <a:endParaRPr lang="en-US" sz="1200" u="sng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E6E467D-E8AF-C9DD-AC7F-04E2A3F21B8F}"/>
              </a:ext>
            </a:extLst>
          </p:cNvPr>
          <p:cNvCxnSpPr>
            <a:cxnSpLocks/>
            <a:stCxn id="114" idx="6"/>
            <a:endCxn id="5" idx="1"/>
          </p:cNvCxnSpPr>
          <p:nvPr/>
        </p:nvCxnSpPr>
        <p:spPr>
          <a:xfrm>
            <a:off x="6096000" y="2457706"/>
            <a:ext cx="3867508" cy="7624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B7CA647-AE2A-13CD-C36F-8D1D8DAC0349}"/>
              </a:ext>
            </a:extLst>
          </p:cNvPr>
          <p:cNvSpPr txBox="1"/>
          <p:nvPr/>
        </p:nvSpPr>
        <p:spPr>
          <a:xfrm>
            <a:off x="3377970" y="271704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SQL</a:t>
            </a:r>
          </a:p>
        </p:txBody>
      </p:sp>
    </p:spTree>
    <p:extLst>
      <p:ext uri="{BB962C8B-B14F-4D97-AF65-F5344CB8AC3E}">
        <p14:creationId xmlns:p14="http://schemas.microsoft.com/office/powerpoint/2010/main" val="4018073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1CC8A-CCBD-CD43-3805-B4D0361D9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A2940E-1FB2-9BE1-55FC-31068F35D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FISH_query</a:t>
            </a:r>
            <a:endParaRPr lang="en-US" dirty="0"/>
          </a:p>
        </p:txBody>
      </p:sp>
      <p:sp>
        <p:nvSpPr>
          <p:cNvPr id="5" name="Oval 1">
            <a:extLst>
              <a:ext uri="{FF2B5EF4-FFF2-40B4-BE49-F238E27FC236}">
                <a16:creationId xmlns:a16="http://schemas.microsoft.com/office/drawing/2014/main" id="{E4341F77-F201-7337-BB6D-ACA54CA290C4}"/>
              </a:ext>
            </a:extLst>
          </p:cNvPr>
          <p:cNvSpPr/>
          <p:nvPr/>
        </p:nvSpPr>
        <p:spPr>
          <a:xfrm>
            <a:off x="267769" y="1580376"/>
            <a:ext cx="2167972" cy="9588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buNone/>
            </a:pPr>
            <a:r>
              <a:rPr lang="en-US" sz="1200" b="1" kern="100" dirty="0" err="1">
                <a:solidFill>
                  <a:schemeClr val="tx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WaterBody</a:t>
            </a:r>
            <a:endParaRPr lang="en-US" sz="1200" kern="100" dirty="0">
              <a:solidFill>
                <a:schemeClr val="tx1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ctr">
              <a:buNone/>
            </a:pPr>
            <a:r>
              <a:rPr lang="en-US" sz="1200" u="sng" kern="100" dirty="0">
                <a:solidFill>
                  <a:schemeClr val="tx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MDNRID</a:t>
            </a:r>
          </a:p>
          <a:p>
            <a:pPr marL="0" marR="0" algn="ctr">
              <a:buNone/>
            </a:pPr>
            <a:r>
              <a:rPr lang="en-US" sz="1200" kern="100" dirty="0" err="1">
                <a:solidFill>
                  <a:schemeClr val="tx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WaterBodyName</a:t>
            </a:r>
            <a:endParaRPr lang="en-US" sz="1200" kern="100" dirty="0">
              <a:solidFill>
                <a:schemeClr val="tx1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u="sng" kern="100" dirty="0" err="1">
                <a:solidFill>
                  <a:schemeClr val="tx1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WaterId</a:t>
            </a:r>
            <a:endParaRPr lang="en-US" sz="1200" u="sng" kern="100" dirty="0">
              <a:solidFill>
                <a:schemeClr val="tx1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u="sng" kern="100" dirty="0" err="1">
                <a:solidFill>
                  <a:schemeClr val="tx1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AgencyOrganizationalUnitId</a:t>
            </a:r>
            <a:endParaRPr lang="en-US" sz="1200" u="sng" kern="100" dirty="0">
              <a:solidFill>
                <a:schemeClr val="tx1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Oval 1">
            <a:extLst>
              <a:ext uri="{FF2B5EF4-FFF2-40B4-BE49-F238E27FC236}">
                <a16:creationId xmlns:a16="http://schemas.microsoft.com/office/drawing/2014/main" id="{D81A37E3-389F-A265-D202-37E9B678B3B6}"/>
              </a:ext>
            </a:extLst>
          </p:cNvPr>
          <p:cNvSpPr/>
          <p:nvPr/>
        </p:nvSpPr>
        <p:spPr>
          <a:xfrm>
            <a:off x="340835" y="3024663"/>
            <a:ext cx="2021840" cy="20929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buNone/>
            </a:pPr>
            <a:r>
              <a:rPr lang="en-US" sz="1200" b="1" kern="100" dirty="0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Survey</a:t>
            </a:r>
            <a:endParaRPr lang="en-US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ctr">
              <a:buNone/>
            </a:pPr>
            <a:r>
              <a:rPr lang="en-US" sz="1200" u="sng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SurveyId</a:t>
            </a:r>
            <a:endParaRPr lang="en-US" sz="1200" u="sng" kern="100" dirty="0">
              <a:solidFill>
                <a:srgbClr val="00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ctr">
              <a:buNone/>
            </a:pPr>
            <a:r>
              <a:rPr lang="en-US" sz="1200" u="sng" kern="100" dirty="0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MDNRID</a:t>
            </a:r>
          </a:p>
          <a:p>
            <a:pPr marL="0" marR="0" algn="ctr">
              <a:buNone/>
            </a:pPr>
            <a:r>
              <a:rPr lang="en-US" sz="1200" u="sng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SurveyPurposeId</a:t>
            </a:r>
            <a:endParaRPr lang="en-US" sz="1200" u="sng" kern="100" dirty="0">
              <a:solidFill>
                <a:srgbClr val="00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ctr">
              <a:buNone/>
            </a:pPr>
            <a:r>
              <a:rPr lang="en-US" sz="1200" u="sng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SurveyStatusId</a:t>
            </a:r>
            <a:endParaRPr lang="en-US" sz="1200" u="sng" kern="100" dirty="0">
              <a:solidFill>
                <a:srgbClr val="00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ctr">
              <a:buNone/>
            </a:pPr>
            <a:r>
              <a:rPr lang="en-US" sz="1200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SurveyBeginTimestamp</a:t>
            </a:r>
            <a:endParaRPr lang="en-US" sz="1200" kern="100" dirty="0">
              <a:solidFill>
                <a:srgbClr val="00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ctr">
              <a:buNone/>
            </a:pPr>
            <a:r>
              <a:rPr lang="en-US" sz="1200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FixedOrRandom</a:t>
            </a:r>
            <a:endParaRPr lang="en-US" sz="1200" kern="100" dirty="0">
              <a:solidFill>
                <a:srgbClr val="00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ctr">
              <a:buNone/>
            </a:pPr>
            <a:r>
              <a:rPr lang="en-US" sz="1200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SurveyPurposeDescription</a:t>
            </a:r>
            <a:endParaRPr lang="en-US" sz="1200" kern="100" dirty="0">
              <a:solidFill>
                <a:srgbClr val="00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Oval 1">
            <a:extLst>
              <a:ext uri="{FF2B5EF4-FFF2-40B4-BE49-F238E27FC236}">
                <a16:creationId xmlns:a16="http://schemas.microsoft.com/office/drawing/2014/main" id="{4DE46BED-CCB7-ED12-76E6-987DDCF23BB5}"/>
              </a:ext>
            </a:extLst>
          </p:cNvPr>
          <p:cNvSpPr/>
          <p:nvPr/>
        </p:nvSpPr>
        <p:spPr>
          <a:xfrm>
            <a:off x="76675" y="5855849"/>
            <a:ext cx="2199640" cy="9588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buNone/>
            </a:pPr>
            <a:r>
              <a:rPr lang="en-US" sz="1200" b="1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SurveyPurpose</a:t>
            </a:r>
            <a:endParaRPr lang="en-US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ctr">
              <a:buNone/>
            </a:pPr>
            <a:r>
              <a:rPr lang="en-US" sz="1200" u="sng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SurveyPurposeId</a:t>
            </a:r>
            <a:endParaRPr lang="en-US" sz="1200" u="sng" kern="100" dirty="0">
              <a:solidFill>
                <a:srgbClr val="00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ctr">
              <a:buNone/>
            </a:pPr>
            <a:r>
              <a:rPr lang="en-US" sz="1200" kern="100" dirty="0">
                <a:solidFill>
                  <a:srgbClr val="00000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Descriptions=</a:t>
            </a:r>
            <a:r>
              <a:rPr lang="en-US" sz="1200" kern="100" dirty="0" err="1">
                <a:solidFill>
                  <a:srgbClr val="00000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SurveyPurpose</a:t>
            </a:r>
            <a:endParaRPr lang="en-US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ACF0083-16C2-F0F9-A827-FF66098563B1}"/>
              </a:ext>
            </a:extLst>
          </p:cNvPr>
          <p:cNvCxnSpPr>
            <a:cxnSpLocks/>
            <a:stCxn id="6" idx="2"/>
            <a:endCxn id="36" idx="0"/>
          </p:cNvCxnSpPr>
          <p:nvPr/>
        </p:nvCxnSpPr>
        <p:spPr>
          <a:xfrm>
            <a:off x="1351755" y="5117623"/>
            <a:ext cx="2110740" cy="7382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Oval 1">
            <a:extLst>
              <a:ext uri="{FF2B5EF4-FFF2-40B4-BE49-F238E27FC236}">
                <a16:creationId xmlns:a16="http://schemas.microsoft.com/office/drawing/2014/main" id="{F232C6D4-D313-5CF3-FB0F-E1501BDC93CD}"/>
              </a:ext>
            </a:extLst>
          </p:cNvPr>
          <p:cNvSpPr/>
          <p:nvPr/>
        </p:nvSpPr>
        <p:spPr>
          <a:xfrm>
            <a:off x="2362675" y="5855849"/>
            <a:ext cx="2199640" cy="9588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buNone/>
            </a:pPr>
            <a:r>
              <a:rPr lang="en-US" sz="1200" b="1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SurveyStatus</a:t>
            </a:r>
            <a:endParaRPr lang="en-US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ctr">
              <a:buNone/>
            </a:pPr>
            <a:r>
              <a:rPr lang="en-US" sz="1200" u="sng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SurveyStatusId</a:t>
            </a:r>
            <a:endParaRPr lang="en-US" sz="1200" u="sng" kern="100" dirty="0">
              <a:solidFill>
                <a:srgbClr val="00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ctr">
              <a:buNone/>
            </a:pPr>
            <a:r>
              <a:rPr lang="en-US" sz="1200" kern="100" dirty="0">
                <a:solidFill>
                  <a:srgbClr val="00000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Descriptions=</a:t>
            </a:r>
            <a:r>
              <a:rPr lang="en-US" sz="1200" kern="100" dirty="0" err="1">
                <a:solidFill>
                  <a:srgbClr val="00000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SurveyStatus</a:t>
            </a:r>
            <a:endParaRPr lang="en-US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469FA14-2E55-6586-C5EF-5368C0DF10FC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 flipH="1">
            <a:off x="1176495" y="5117623"/>
            <a:ext cx="175260" cy="7382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D1009BD-12C6-C04E-B63A-A7D9B2D7872E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1351755" y="2539226"/>
            <a:ext cx="0" cy="4854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Oval 1">
            <a:extLst>
              <a:ext uri="{FF2B5EF4-FFF2-40B4-BE49-F238E27FC236}">
                <a16:creationId xmlns:a16="http://schemas.microsoft.com/office/drawing/2014/main" id="{E5F2DEB9-D5FF-822A-EC32-801F1E718A91}"/>
              </a:ext>
            </a:extLst>
          </p:cNvPr>
          <p:cNvSpPr/>
          <p:nvPr/>
        </p:nvSpPr>
        <p:spPr>
          <a:xfrm>
            <a:off x="4304013" y="3591717"/>
            <a:ext cx="1600991" cy="9588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buNone/>
            </a:pPr>
            <a:r>
              <a:rPr lang="en-US" sz="1200" b="1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SurveyEffort</a:t>
            </a:r>
            <a:endParaRPr lang="en-US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u="sng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SurveyId</a:t>
            </a:r>
            <a:endParaRPr lang="en-US" sz="1200" u="sng" kern="100" dirty="0">
              <a:solidFill>
                <a:srgbClr val="00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u="sng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SurveyEffortId</a:t>
            </a:r>
            <a:endParaRPr lang="en-US" sz="1200" u="sng" kern="100" dirty="0">
              <a:solidFill>
                <a:srgbClr val="000000"/>
              </a:solidFill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SurveyEffortKey</a:t>
            </a:r>
            <a:endParaRPr lang="en-US" sz="1200" kern="100" dirty="0">
              <a:solidFill>
                <a:srgbClr val="000000"/>
              </a:solidFill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ModuleId</a:t>
            </a:r>
            <a:endParaRPr lang="en-US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6" name="Oval 1">
            <a:extLst>
              <a:ext uri="{FF2B5EF4-FFF2-40B4-BE49-F238E27FC236}">
                <a16:creationId xmlns:a16="http://schemas.microsoft.com/office/drawing/2014/main" id="{804BC60D-A7DB-B0DC-873E-C88966E8B6E5}"/>
              </a:ext>
            </a:extLst>
          </p:cNvPr>
          <p:cNvSpPr/>
          <p:nvPr/>
        </p:nvSpPr>
        <p:spPr>
          <a:xfrm>
            <a:off x="7004824" y="3745532"/>
            <a:ext cx="2695692" cy="223440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buNone/>
            </a:pPr>
            <a:r>
              <a:rPr lang="en-US" sz="1200" b="1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SurveyEffortDetail</a:t>
            </a:r>
            <a:endParaRPr lang="en-US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u="sng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SurveyEffortId</a:t>
            </a:r>
            <a:endParaRPr lang="en-US" sz="1200" u="sng" kern="100" dirty="0">
              <a:solidFill>
                <a:srgbClr val="000000"/>
              </a:solidFill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u="sng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GearId</a:t>
            </a:r>
            <a:endParaRPr lang="en-US" sz="1200" u="sng" kern="100" dirty="0">
              <a:solidFill>
                <a:srgbClr val="000000"/>
              </a:solidFill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BeginningEffortTimestamp</a:t>
            </a:r>
            <a:r>
              <a:rPr lang="en-US" sz="1200" kern="100" dirty="0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EndingEffortTimestamp</a:t>
            </a:r>
            <a:r>
              <a:rPr lang="en-US" sz="1200" kern="100" dirty="0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EffortNumberofGearUsed</a:t>
            </a:r>
            <a:r>
              <a:rPr lang="en-US" sz="1200" kern="100" dirty="0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EffortTotalQuantity</a:t>
            </a:r>
            <a:r>
              <a:rPr lang="en-US" sz="1200" kern="100" dirty="0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n-US" sz="1200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EffortTotalMeasurement</a:t>
            </a:r>
            <a:r>
              <a:rPr lang="en-US" sz="1200" kern="100" dirty="0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EffortAlternateQuantity</a:t>
            </a:r>
            <a:r>
              <a:rPr lang="en-US" sz="1200" kern="100" dirty="0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EffortAlternateMeasurement</a:t>
            </a:r>
            <a:endParaRPr lang="en-US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7" name="Oval 1">
            <a:extLst>
              <a:ext uri="{FF2B5EF4-FFF2-40B4-BE49-F238E27FC236}">
                <a16:creationId xmlns:a16="http://schemas.microsoft.com/office/drawing/2014/main" id="{9E41CA45-5A62-0DC2-D3E3-DB5565A92737}"/>
              </a:ext>
            </a:extLst>
          </p:cNvPr>
          <p:cNvSpPr/>
          <p:nvPr/>
        </p:nvSpPr>
        <p:spPr>
          <a:xfrm>
            <a:off x="7845906" y="6175375"/>
            <a:ext cx="1013527" cy="6826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buNone/>
            </a:pPr>
            <a:r>
              <a:rPr lang="en-US" sz="1200" b="1" kern="100" dirty="0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Gear</a:t>
            </a:r>
          </a:p>
          <a:p>
            <a:pPr marL="0" marR="0" algn="ctr">
              <a:buNone/>
            </a:pPr>
            <a:r>
              <a:rPr lang="en-US" sz="1200" u="sng" kern="100" dirty="0" err="1">
                <a:solidFill>
                  <a:srgbClr val="00000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GearId</a:t>
            </a:r>
            <a:endParaRPr lang="en-US" sz="1200" u="sng" kern="100" dirty="0">
              <a:solidFill>
                <a:srgbClr val="000000"/>
              </a:solidFill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ctr">
              <a:buNone/>
            </a:pPr>
            <a:r>
              <a:rPr lang="en-US" sz="1200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GearType</a:t>
            </a:r>
            <a:endParaRPr lang="en-US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AEE35A2-74F7-EC18-C0F9-6FA2948E2BD5}"/>
              </a:ext>
            </a:extLst>
          </p:cNvPr>
          <p:cNvCxnSpPr>
            <a:cxnSpLocks/>
            <a:stCxn id="6" idx="3"/>
            <a:endCxn id="55" idx="1"/>
          </p:cNvCxnSpPr>
          <p:nvPr/>
        </p:nvCxnSpPr>
        <p:spPr>
          <a:xfrm>
            <a:off x="2362675" y="4071143"/>
            <a:ext cx="19413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DFF9741-0F70-B9A9-9AEB-498E31BECBF6}"/>
              </a:ext>
            </a:extLst>
          </p:cNvPr>
          <p:cNvCxnSpPr>
            <a:cxnSpLocks/>
            <a:stCxn id="55" idx="3"/>
            <a:endCxn id="56" idx="1"/>
          </p:cNvCxnSpPr>
          <p:nvPr/>
        </p:nvCxnSpPr>
        <p:spPr>
          <a:xfrm>
            <a:off x="5905004" y="4071143"/>
            <a:ext cx="1099820" cy="7915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F71000F1-93EA-247E-8A84-87318AB40F95}"/>
              </a:ext>
            </a:extLst>
          </p:cNvPr>
          <p:cNvCxnSpPr>
            <a:cxnSpLocks/>
            <a:stCxn id="56" idx="2"/>
            <a:endCxn id="57" idx="0"/>
          </p:cNvCxnSpPr>
          <p:nvPr/>
        </p:nvCxnSpPr>
        <p:spPr>
          <a:xfrm>
            <a:off x="8352670" y="5979939"/>
            <a:ext cx="0" cy="1954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Oval 1">
            <a:extLst>
              <a:ext uri="{FF2B5EF4-FFF2-40B4-BE49-F238E27FC236}">
                <a16:creationId xmlns:a16="http://schemas.microsoft.com/office/drawing/2014/main" id="{94A251C3-E18A-1F32-94AA-9C10E78A9CC8}"/>
              </a:ext>
            </a:extLst>
          </p:cNvPr>
          <p:cNvSpPr/>
          <p:nvPr/>
        </p:nvSpPr>
        <p:spPr>
          <a:xfrm>
            <a:off x="9104073" y="1767919"/>
            <a:ext cx="1642266" cy="1179512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 err="1">
                <a:solidFill>
                  <a:srgbClr val="00000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catchByEffort</a:t>
            </a:r>
            <a:endParaRPr lang="en-US" sz="1200" b="1" kern="100" dirty="0">
              <a:solidFill>
                <a:srgbClr val="000000"/>
              </a:solidFill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B2C970B-DFB2-ABD9-17B5-8C09DD3A1C63}"/>
              </a:ext>
            </a:extLst>
          </p:cNvPr>
          <p:cNvCxnSpPr>
            <a:cxnSpLocks/>
            <a:stCxn id="55" idx="3"/>
            <a:endCxn id="22" idx="2"/>
          </p:cNvCxnSpPr>
          <p:nvPr/>
        </p:nvCxnSpPr>
        <p:spPr>
          <a:xfrm flipV="1">
            <a:off x="5905004" y="2357675"/>
            <a:ext cx="3199069" cy="1713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Oval 1">
            <a:extLst>
              <a:ext uri="{FF2B5EF4-FFF2-40B4-BE49-F238E27FC236}">
                <a16:creationId xmlns:a16="http://schemas.microsoft.com/office/drawing/2014/main" id="{A956516C-0AE2-0D7C-CF0D-42EA3E415DAA}"/>
              </a:ext>
            </a:extLst>
          </p:cNvPr>
          <p:cNvSpPr/>
          <p:nvPr/>
        </p:nvSpPr>
        <p:spPr>
          <a:xfrm>
            <a:off x="2936536" y="2350405"/>
            <a:ext cx="2167972" cy="9588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 err="1">
                <a:solidFill>
                  <a:schemeClr val="tx1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AgencyOrganizationalUnit</a:t>
            </a:r>
            <a:endParaRPr lang="en-US" sz="1200" kern="100" dirty="0">
              <a:solidFill>
                <a:schemeClr val="tx1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u="sng" kern="100" dirty="0" err="1">
                <a:solidFill>
                  <a:schemeClr val="tx1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AgencyOrganizationalUnitId</a:t>
            </a:r>
            <a:endParaRPr lang="en-US" sz="1200" u="sng" kern="100" dirty="0">
              <a:solidFill>
                <a:schemeClr val="tx1"/>
              </a:solidFill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kern="100" dirty="0" err="1">
                <a:solidFill>
                  <a:schemeClr val="tx1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UnitReportId</a:t>
            </a:r>
            <a:r>
              <a:rPr lang="en-US" sz="1200" kern="100" dirty="0">
                <a:solidFill>
                  <a:schemeClr val="tx1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(FMU)</a:t>
            </a:r>
            <a:endParaRPr lang="en-US" sz="1200" kern="100" dirty="0">
              <a:solidFill>
                <a:schemeClr val="tx1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00B45E2-8CCA-CD70-AD7F-0C8A39070315}"/>
              </a:ext>
            </a:extLst>
          </p:cNvPr>
          <p:cNvCxnSpPr>
            <a:cxnSpLocks/>
            <a:stCxn id="8" idx="1"/>
            <a:endCxn id="5" idx="3"/>
          </p:cNvCxnSpPr>
          <p:nvPr/>
        </p:nvCxnSpPr>
        <p:spPr>
          <a:xfrm flipH="1" flipV="1">
            <a:off x="2435741" y="2059801"/>
            <a:ext cx="500795" cy="7700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Oval 1">
            <a:extLst>
              <a:ext uri="{FF2B5EF4-FFF2-40B4-BE49-F238E27FC236}">
                <a16:creationId xmlns:a16="http://schemas.microsoft.com/office/drawing/2014/main" id="{D3C113A9-AEAE-269F-7C2B-35FAC55A3275}"/>
              </a:ext>
            </a:extLst>
          </p:cNvPr>
          <p:cNvSpPr/>
          <p:nvPr/>
        </p:nvSpPr>
        <p:spPr>
          <a:xfrm>
            <a:off x="2936536" y="1326758"/>
            <a:ext cx="2167972" cy="9588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>
                <a:solidFill>
                  <a:schemeClr val="tx1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Water</a:t>
            </a:r>
            <a:endParaRPr lang="en-US" sz="1200" kern="100" dirty="0">
              <a:solidFill>
                <a:schemeClr val="tx1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u="sng" kern="100" dirty="0" err="1">
                <a:solidFill>
                  <a:schemeClr val="tx1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WaterId</a:t>
            </a:r>
            <a:endParaRPr lang="en-US" sz="1200" u="sng" kern="100" dirty="0">
              <a:solidFill>
                <a:schemeClr val="tx1"/>
              </a:solidFill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u="sng" kern="100" dirty="0" err="1">
                <a:solidFill>
                  <a:schemeClr val="tx1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WaterTypeId</a:t>
            </a:r>
            <a:endParaRPr lang="en-US" sz="1200" u="sng" kern="100" dirty="0">
              <a:solidFill>
                <a:schemeClr val="tx1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Oval 1">
            <a:extLst>
              <a:ext uri="{FF2B5EF4-FFF2-40B4-BE49-F238E27FC236}">
                <a16:creationId xmlns:a16="http://schemas.microsoft.com/office/drawing/2014/main" id="{59E3B0BF-E3CC-F8B0-415B-E5FD6FB50001}"/>
              </a:ext>
            </a:extLst>
          </p:cNvPr>
          <p:cNvSpPr/>
          <p:nvPr/>
        </p:nvSpPr>
        <p:spPr>
          <a:xfrm>
            <a:off x="5370928" y="1321594"/>
            <a:ext cx="2167972" cy="9588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 err="1">
                <a:solidFill>
                  <a:schemeClr val="tx1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WaterType</a:t>
            </a:r>
            <a:endParaRPr lang="en-US" sz="1200" u="sng" kern="100" dirty="0">
              <a:solidFill>
                <a:schemeClr val="tx1"/>
              </a:solidFill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u="sng" kern="100" dirty="0" err="1">
                <a:solidFill>
                  <a:schemeClr val="tx1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WaterTypeId</a:t>
            </a:r>
            <a:endParaRPr lang="en-US" sz="1200" u="sng" kern="100" dirty="0">
              <a:solidFill>
                <a:schemeClr val="tx1"/>
              </a:solidFill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kern="100" dirty="0">
                <a:solidFill>
                  <a:schemeClr val="tx1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Name (</a:t>
            </a:r>
            <a:r>
              <a:rPr lang="en-US" sz="1200" kern="100" dirty="0" err="1">
                <a:solidFill>
                  <a:schemeClr val="tx1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WaterTypeAbbr</a:t>
            </a:r>
            <a:r>
              <a:rPr lang="en-US" sz="1200" kern="100" dirty="0">
                <a:solidFill>
                  <a:schemeClr val="tx1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en-US" sz="1200" kern="100" dirty="0">
              <a:solidFill>
                <a:schemeClr val="tx1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3D00D13-90FF-FA76-A1CC-14955AF313F2}"/>
              </a:ext>
            </a:extLst>
          </p:cNvPr>
          <p:cNvCxnSpPr>
            <a:cxnSpLocks/>
            <a:stCxn id="27" idx="1"/>
            <a:endCxn id="5" idx="3"/>
          </p:cNvCxnSpPr>
          <p:nvPr/>
        </p:nvCxnSpPr>
        <p:spPr>
          <a:xfrm flipH="1">
            <a:off x="2435741" y="1806183"/>
            <a:ext cx="500795" cy="2536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86E51CF-14D7-F7A1-2A14-3C0AC73759B8}"/>
              </a:ext>
            </a:extLst>
          </p:cNvPr>
          <p:cNvCxnSpPr>
            <a:cxnSpLocks/>
            <a:stCxn id="29" idx="1"/>
            <a:endCxn id="27" idx="3"/>
          </p:cNvCxnSpPr>
          <p:nvPr/>
        </p:nvCxnSpPr>
        <p:spPr>
          <a:xfrm flipH="1">
            <a:off x="5104508" y="1801019"/>
            <a:ext cx="266420" cy="51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430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C6E82-3B56-7367-7ACF-69D6C3486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AD97C7-DEBE-62C8-60F1-6A62E416F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catchByEffort</a:t>
            </a:r>
            <a:endParaRPr lang="en-US" dirty="0"/>
          </a:p>
        </p:txBody>
      </p:sp>
      <p:sp>
        <p:nvSpPr>
          <p:cNvPr id="5" name="Oval 1">
            <a:extLst>
              <a:ext uri="{FF2B5EF4-FFF2-40B4-BE49-F238E27FC236}">
                <a16:creationId xmlns:a16="http://schemas.microsoft.com/office/drawing/2014/main" id="{63D1010D-187C-CBCE-D8EF-07F5C49E6297}"/>
              </a:ext>
            </a:extLst>
          </p:cNvPr>
          <p:cNvSpPr/>
          <p:nvPr/>
        </p:nvSpPr>
        <p:spPr>
          <a:xfrm>
            <a:off x="592137" y="1842690"/>
            <a:ext cx="2239961" cy="14212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ModuleDataCatchBySpecies</a:t>
            </a:r>
            <a:endParaRPr lang="en-US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u="sng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ModuleDataId</a:t>
            </a:r>
            <a:endParaRPr lang="en-US" sz="1200" u="sng" kern="100" dirty="0">
              <a:solidFill>
                <a:srgbClr val="00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u="sng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SpeciesStrainId</a:t>
            </a:r>
            <a:endParaRPr lang="en-US" sz="1200" u="sng" kern="100" dirty="0">
              <a:solidFill>
                <a:srgbClr val="000000"/>
              </a:solidFill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TotalNumberCaugh</a:t>
            </a:r>
            <a:r>
              <a:rPr lang="en-US" sz="1200" kern="100" dirty="0" err="1">
                <a:solidFill>
                  <a:srgbClr val="00000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endParaRPr lang="en-US" sz="1200" kern="100" dirty="0">
              <a:solidFill>
                <a:srgbClr val="000000"/>
              </a:solidFill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LengthAverage</a:t>
            </a:r>
            <a:endParaRPr lang="en-US" sz="1200" kern="100" dirty="0">
              <a:solidFill>
                <a:srgbClr val="000000"/>
              </a:solidFill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LengthMaximum</a:t>
            </a:r>
            <a:endParaRPr lang="en-US" sz="1200" kern="100" dirty="0">
              <a:solidFill>
                <a:srgbClr val="000000"/>
              </a:solidFill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LengthMinimum</a:t>
            </a:r>
            <a:endParaRPr lang="en-US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Oval 1">
            <a:extLst>
              <a:ext uri="{FF2B5EF4-FFF2-40B4-BE49-F238E27FC236}">
                <a16:creationId xmlns:a16="http://schemas.microsoft.com/office/drawing/2014/main" id="{3F27521D-007A-864A-7E95-FF49BA411BA1}"/>
              </a:ext>
            </a:extLst>
          </p:cNvPr>
          <p:cNvSpPr/>
          <p:nvPr/>
        </p:nvSpPr>
        <p:spPr>
          <a:xfrm>
            <a:off x="5792786" y="4087136"/>
            <a:ext cx="1350963" cy="7927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ModuleData</a:t>
            </a:r>
            <a:endParaRPr lang="en-US" sz="1200" b="1" kern="100" dirty="0">
              <a:solidFill>
                <a:srgbClr val="00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u="sng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ModuleId</a:t>
            </a:r>
            <a:endParaRPr lang="en-US" sz="1200" u="sng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u="sng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ModuleDataId</a:t>
            </a:r>
            <a:endParaRPr lang="en-US" sz="1200" u="sng" kern="100" dirty="0">
              <a:solidFill>
                <a:srgbClr val="00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76D930F-8B45-04E7-7E3E-4D5961526237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1712118" y="3263900"/>
            <a:ext cx="4756150" cy="8232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Oval 1">
            <a:extLst>
              <a:ext uri="{FF2B5EF4-FFF2-40B4-BE49-F238E27FC236}">
                <a16:creationId xmlns:a16="http://schemas.microsoft.com/office/drawing/2014/main" id="{5FE2401A-BFFA-29AA-CEDE-7C96C5964533}"/>
              </a:ext>
            </a:extLst>
          </p:cNvPr>
          <p:cNvSpPr/>
          <p:nvPr/>
        </p:nvSpPr>
        <p:spPr>
          <a:xfrm>
            <a:off x="2082402" y="4111942"/>
            <a:ext cx="1350963" cy="7927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SpeciesStrain</a:t>
            </a:r>
            <a:endParaRPr lang="en-US" sz="1200" b="1" kern="100" dirty="0">
              <a:solidFill>
                <a:srgbClr val="00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u="sng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SpeciesStrainId</a:t>
            </a:r>
            <a:endParaRPr lang="en-US" sz="1200" u="sng" kern="100" dirty="0">
              <a:solidFill>
                <a:srgbClr val="00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u="sng" kern="100" dirty="0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Species</a:t>
            </a:r>
          </a:p>
          <a:p>
            <a:pPr algn="ctr"/>
            <a:r>
              <a:rPr lang="en-US" sz="1200" kern="100" dirty="0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Strain</a:t>
            </a:r>
            <a:endParaRPr lang="en-US" sz="1200" u="sng" kern="100" dirty="0">
              <a:solidFill>
                <a:srgbClr val="00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D218F72-E8C3-F972-2248-BA6FD2FDE5EA}"/>
              </a:ext>
            </a:extLst>
          </p:cNvPr>
          <p:cNvCxnSpPr>
            <a:cxnSpLocks/>
            <a:stCxn id="5" idx="2"/>
            <a:endCxn id="13" idx="0"/>
          </p:cNvCxnSpPr>
          <p:nvPr/>
        </p:nvCxnSpPr>
        <p:spPr>
          <a:xfrm>
            <a:off x="1712118" y="3263900"/>
            <a:ext cx="1045766" cy="8480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Oval 1">
            <a:extLst>
              <a:ext uri="{FF2B5EF4-FFF2-40B4-BE49-F238E27FC236}">
                <a16:creationId xmlns:a16="http://schemas.microsoft.com/office/drawing/2014/main" id="{F0E000B8-5F45-04EE-B264-811ED14C2A21}"/>
              </a:ext>
            </a:extLst>
          </p:cNvPr>
          <p:cNvSpPr/>
          <p:nvPr/>
        </p:nvSpPr>
        <p:spPr>
          <a:xfrm>
            <a:off x="3322637" y="1907579"/>
            <a:ext cx="2951163" cy="11795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ModuleDataCatchSampleByInchGroup</a:t>
            </a:r>
            <a:endParaRPr lang="en-US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u="sng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ModuleDataId</a:t>
            </a:r>
            <a:endParaRPr lang="en-US" sz="1200" u="sng" kern="100" dirty="0">
              <a:solidFill>
                <a:srgbClr val="00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u="sng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SpeciesStrainId</a:t>
            </a:r>
            <a:endParaRPr lang="en-US" sz="1200" u="sng" kern="100" dirty="0">
              <a:solidFill>
                <a:srgbClr val="00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InchGroup</a:t>
            </a:r>
            <a:endParaRPr lang="en-US" sz="1200" kern="100" dirty="0">
              <a:solidFill>
                <a:srgbClr val="000000"/>
              </a:solidFill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NumberCaughtUnmarked</a:t>
            </a:r>
            <a:endParaRPr lang="en-US" sz="1200" kern="100" dirty="0">
              <a:solidFill>
                <a:srgbClr val="000000"/>
              </a:solidFill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NumberCaughtMarked</a:t>
            </a:r>
            <a:endParaRPr lang="en-US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3380EF5-361B-BA11-7E5B-5EC9E6DA518F}"/>
              </a:ext>
            </a:extLst>
          </p:cNvPr>
          <p:cNvCxnSpPr>
            <a:cxnSpLocks/>
            <a:stCxn id="38" idx="2"/>
            <a:endCxn id="7" idx="0"/>
          </p:cNvCxnSpPr>
          <p:nvPr/>
        </p:nvCxnSpPr>
        <p:spPr>
          <a:xfrm>
            <a:off x="4798219" y="3087092"/>
            <a:ext cx="1670049" cy="10000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96C7E1-B2EC-C3E2-55C6-DBF02B4CAABA}"/>
              </a:ext>
            </a:extLst>
          </p:cNvPr>
          <p:cNvCxnSpPr>
            <a:cxnSpLocks/>
            <a:stCxn id="38" idx="2"/>
            <a:endCxn id="13" idx="0"/>
          </p:cNvCxnSpPr>
          <p:nvPr/>
        </p:nvCxnSpPr>
        <p:spPr>
          <a:xfrm flipH="1">
            <a:off x="2757884" y="3087092"/>
            <a:ext cx="2040335" cy="10248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Oval 1">
            <a:extLst>
              <a:ext uri="{FF2B5EF4-FFF2-40B4-BE49-F238E27FC236}">
                <a16:creationId xmlns:a16="http://schemas.microsoft.com/office/drawing/2014/main" id="{8794BFCB-0CD3-D62F-28BE-79835CCFE93C}"/>
              </a:ext>
            </a:extLst>
          </p:cNvPr>
          <p:cNvSpPr/>
          <p:nvPr/>
        </p:nvSpPr>
        <p:spPr>
          <a:xfrm>
            <a:off x="6611937" y="1907579"/>
            <a:ext cx="2951163" cy="11795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ModuleDataScaleEnvelope</a:t>
            </a:r>
            <a:endParaRPr lang="en-US" sz="1200" b="1" kern="100" dirty="0">
              <a:solidFill>
                <a:srgbClr val="00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SurveyId</a:t>
            </a:r>
            <a:endParaRPr lang="en-US" sz="1200" kern="100" dirty="0">
              <a:solidFill>
                <a:srgbClr val="00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u="sng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ModuleDataId</a:t>
            </a:r>
            <a:endParaRPr lang="en-US" sz="1200" u="sng" kern="100" dirty="0">
              <a:solidFill>
                <a:srgbClr val="00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EnvelopeSerialNumber</a:t>
            </a:r>
            <a:endParaRPr lang="en-US" sz="1200" kern="100" dirty="0">
              <a:solidFill>
                <a:srgbClr val="00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u="sng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SpeciesStrainId</a:t>
            </a:r>
            <a:endParaRPr lang="en-US" sz="1200" u="sng" kern="100" dirty="0">
              <a:solidFill>
                <a:srgbClr val="00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TotalLengthEntered</a:t>
            </a:r>
            <a:endParaRPr lang="en-US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A29CBA1D-BDF4-AF4F-A9A7-0A44836FEA7E}"/>
              </a:ext>
            </a:extLst>
          </p:cNvPr>
          <p:cNvCxnSpPr>
            <a:cxnSpLocks/>
            <a:stCxn id="74" idx="2"/>
            <a:endCxn id="13" idx="0"/>
          </p:cNvCxnSpPr>
          <p:nvPr/>
        </p:nvCxnSpPr>
        <p:spPr>
          <a:xfrm flipH="1">
            <a:off x="2757884" y="3087092"/>
            <a:ext cx="5329635" cy="102485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7B20C067-AF4B-1864-B26F-22E4E53C4846}"/>
              </a:ext>
            </a:extLst>
          </p:cNvPr>
          <p:cNvCxnSpPr>
            <a:cxnSpLocks/>
            <a:stCxn id="74" idx="2"/>
            <a:endCxn id="7" idx="0"/>
          </p:cNvCxnSpPr>
          <p:nvPr/>
        </p:nvCxnSpPr>
        <p:spPr>
          <a:xfrm flipH="1">
            <a:off x="6468268" y="3087092"/>
            <a:ext cx="1619251" cy="1000044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Explosion: 8 Points 10">
            <a:extLst>
              <a:ext uri="{FF2B5EF4-FFF2-40B4-BE49-F238E27FC236}">
                <a16:creationId xmlns:a16="http://schemas.microsoft.com/office/drawing/2014/main" id="{874FE0CA-DA94-0BB5-C081-880419EACCCE}"/>
              </a:ext>
            </a:extLst>
          </p:cNvPr>
          <p:cNvSpPr/>
          <p:nvPr/>
        </p:nvSpPr>
        <p:spPr>
          <a:xfrm>
            <a:off x="7801766" y="3280489"/>
            <a:ext cx="2266950" cy="1703029"/>
          </a:xfrm>
          <a:prstGeom prst="irregularSeal1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Need to confirm these joins once we have new data entered</a:t>
            </a:r>
          </a:p>
        </p:txBody>
      </p:sp>
      <p:sp>
        <p:nvSpPr>
          <p:cNvPr id="12" name="Oval 1">
            <a:extLst>
              <a:ext uri="{FF2B5EF4-FFF2-40B4-BE49-F238E27FC236}">
                <a16:creationId xmlns:a16="http://schemas.microsoft.com/office/drawing/2014/main" id="{9B493B7F-5FB2-67D1-E903-204D47D7C3BD}"/>
              </a:ext>
            </a:extLst>
          </p:cNvPr>
          <p:cNvSpPr/>
          <p:nvPr/>
        </p:nvSpPr>
        <p:spPr>
          <a:xfrm>
            <a:off x="2082401" y="5291455"/>
            <a:ext cx="1350963" cy="792719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LegalSizes</a:t>
            </a:r>
            <a:endParaRPr lang="en-US" sz="1200" u="sng" kern="100" dirty="0">
              <a:solidFill>
                <a:srgbClr val="00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u="sng" kern="100" dirty="0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Species</a:t>
            </a:r>
          </a:p>
          <a:p>
            <a:pPr algn="ctr"/>
            <a:r>
              <a:rPr lang="en-US" sz="1200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LegalSize</a:t>
            </a:r>
            <a:endParaRPr lang="en-US" sz="1200" u="sng" kern="100" dirty="0">
              <a:solidFill>
                <a:srgbClr val="00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3AE46C1-1B8D-7C20-EF65-D20C1F3846E8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2757883" y="4904661"/>
            <a:ext cx="1" cy="3867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val 1">
            <a:extLst>
              <a:ext uri="{FF2B5EF4-FFF2-40B4-BE49-F238E27FC236}">
                <a16:creationId xmlns:a16="http://schemas.microsoft.com/office/drawing/2014/main" id="{A88200D1-2FA7-C9BB-C320-3AD2B05F0804}"/>
              </a:ext>
            </a:extLst>
          </p:cNvPr>
          <p:cNvSpPr/>
          <p:nvPr/>
        </p:nvSpPr>
        <p:spPr>
          <a:xfrm>
            <a:off x="5710235" y="5331538"/>
            <a:ext cx="1516063" cy="1179512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FISH_query</a:t>
            </a:r>
            <a:endParaRPr lang="en-US" sz="1200" b="1" kern="100" dirty="0">
              <a:solidFill>
                <a:srgbClr val="000000"/>
              </a:solidFill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C5B9D03-0DB8-6CB3-CA9F-3201452C90FD}"/>
              </a:ext>
            </a:extLst>
          </p:cNvPr>
          <p:cNvCxnSpPr>
            <a:cxnSpLocks/>
            <a:stCxn id="19" idx="0"/>
            <a:endCxn id="7" idx="2"/>
          </p:cNvCxnSpPr>
          <p:nvPr/>
        </p:nvCxnSpPr>
        <p:spPr>
          <a:xfrm flipV="1">
            <a:off x="6468267" y="4879855"/>
            <a:ext cx="1" cy="4516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AF8DB76-DF0D-6DA6-0FC9-4A9E564AFA44}"/>
              </a:ext>
            </a:extLst>
          </p:cNvPr>
          <p:cNvSpPr txBox="1"/>
          <p:nvPr/>
        </p:nvSpPr>
        <p:spPr>
          <a:xfrm>
            <a:off x="6528044" y="4937400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SQL</a:t>
            </a:r>
          </a:p>
        </p:txBody>
      </p:sp>
    </p:spTree>
    <p:extLst>
      <p:ext uri="{BB962C8B-B14F-4D97-AF65-F5344CB8AC3E}">
        <p14:creationId xmlns:p14="http://schemas.microsoft.com/office/powerpoint/2010/main" val="3322492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1EA61-8E07-EF03-43A0-1AB404972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F933C4-A647-0DA0-5236-83D00C7AC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lengthFreqByEffort</a:t>
            </a:r>
            <a:endParaRPr lang="en-US" dirty="0"/>
          </a:p>
        </p:txBody>
      </p:sp>
      <p:sp>
        <p:nvSpPr>
          <p:cNvPr id="7" name="Oval 1">
            <a:extLst>
              <a:ext uri="{FF2B5EF4-FFF2-40B4-BE49-F238E27FC236}">
                <a16:creationId xmlns:a16="http://schemas.microsoft.com/office/drawing/2014/main" id="{2E343D64-34F6-9150-4CEB-C31B05E8638A}"/>
              </a:ext>
            </a:extLst>
          </p:cNvPr>
          <p:cNvSpPr/>
          <p:nvPr/>
        </p:nvSpPr>
        <p:spPr>
          <a:xfrm>
            <a:off x="5792786" y="4087136"/>
            <a:ext cx="1350963" cy="7927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ModuleData</a:t>
            </a:r>
            <a:endParaRPr lang="en-US" sz="1200" b="1" kern="100" dirty="0">
              <a:solidFill>
                <a:srgbClr val="00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u="sng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ModuleId</a:t>
            </a:r>
            <a:endParaRPr lang="en-US" sz="1200" u="sng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u="sng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ModuleDataId</a:t>
            </a:r>
            <a:endParaRPr lang="en-US" sz="1200" u="sng" kern="100" dirty="0">
              <a:solidFill>
                <a:srgbClr val="00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Oval 1">
            <a:extLst>
              <a:ext uri="{FF2B5EF4-FFF2-40B4-BE49-F238E27FC236}">
                <a16:creationId xmlns:a16="http://schemas.microsoft.com/office/drawing/2014/main" id="{5739946C-9A4D-7611-F89B-0C4B17EA0446}"/>
              </a:ext>
            </a:extLst>
          </p:cNvPr>
          <p:cNvSpPr/>
          <p:nvPr/>
        </p:nvSpPr>
        <p:spPr>
          <a:xfrm>
            <a:off x="2082402" y="4111942"/>
            <a:ext cx="1350963" cy="7927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SpeciesStrain</a:t>
            </a:r>
            <a:endParaRPr lang="en-US" sz="1200" b="1" kern="100" dirty="0">
              <a:solidFill>
                <a:srgbClr val="00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u="sng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SpeciesStrainId</a:t>
            </a:r>
            <a:endParaRPr lang="en-US" sz="1200" u="sng" kern="100" dirty="0">
              <a:solidFill>
                <a:srgbClr val="00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kern="100" dirty="0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Species</a:t>
            </a:r>
          </a:p>
          <a:p>
            <a:pPr algn="ctr"/>
            <a:r>
              <a:rPr lang="en-US" sz="1200" kern="100" dirty="0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Strain</a:t>
            </a:r>
            <a:endParaRPr lang="en-US" sz="1200" u="sng" kern="100" dirty="0">
              <a:solidFill>
                <a:srgbClr val="00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8" name="Oval 1">
            <a:extLst>
              <a:ext uri="{FF2B5EF4-FFF2-40B4-BE49-F238E27FC236}">
                <a16:creationId xmlns:a16="http://schemas.microsoft.com/office/drawing/2014/main" id="{A6BF9572-7A97-DD4E-7750-47DDCEC66EDD}"/>
              </a:ext>
            </a:extLst>
          </p:cNvPr>
          <p:cNvSpPr/>
          <p:nvPr/>
        </p:nvSpPr>
        <p:spPr>
          <a:xfrm>
            <a:off x="3322637" y="1907579"/>
            <a:ext cx="2951163" cy="11795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ModuleDataCatchSampleByInchGroup</a:t>
            </a:r>
            <a:endParaRPr lang="en-US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u="sng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ModuleDataId</a:t>
            </a:r>
            <a:endParaRPr lang="en-US" sz="1200" u="sng" kern="100" dirty="0">
              <a:solidFill>
                <a:srgbClr val="00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u="sng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SpeciesStrainId</a:t>
            </a:r>
            <a:endParaRPr lang="en-US" sz="1200" u="sng" kern="100" dirty="0">
              <a:solidFill>
                <a:srgbClr val="00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InchGroup</a:t>
            </a:r>
            <a:endParaRPr lang="en-US" sz="1200" kern="100" dirty="0">
              <a:solidFill>
                <a:srgbClr val="000000"/>
              </a:solidFill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NumberCaughtUnmarked</a:t>
            </a:r>
            <a:endParaRPr lang="en-US" sz="1200" kern="100" dirty="0">
              <a:solidFill>
                <a:srgbClr val="000000"/>
              </a:solidFill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NumberCaughtMarked</a:t>
            </a:r>
            <a:endParaRPr lang="en-US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23E9AB1-0A30-2655-9645-9FC486FFAA54}"/>
              </a:ext>
            </a:extLst>
          </p:cNvPr>
          <p:cNvCxnSpPr>
            <a:cxnSpLocks/>
            <a:stCxn id="38" idx="2"/>
            <a:endCxn id="7" idx="0"/>
          </p:cNvCxnSpPr>
          <p:nvPr/>
        </p:nvCxnSpPr>
        <p:spPr>
          <a:xfrm>
            <a:off x="4798219" y="3087092"/>
            <a:ext cx="1670049" cy="10000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977D6A6-3A5F-6947-00CC-52BFA252B90A}"/>
              </a:ext>
            </a:extLst>
          </p:cNvPr>
          <p:cNvCxnSpPr>
            <a:cxnSpLocks/>
            <a:stCxn id="38" idx="2"/>
            <a:endCxn id="13" idx="0"/>
          </p:cNvCxnSpPr>
          <p:nvPr/>
        </p:nvCxnSpPr>
        <p:spPr>
          <a:xfrm flipH="1">
            <a:off x="2757884" y="3087092"/>
            <a:ext cx="2040335" cy="10248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Oval 1">
            <a:extLst>
              <a:ext uri="{FF2B5EF4-FFF2-40B4-BE49-F238E27FC236}">
                <a16:creationId xmlns:a16="http://schemas.microsoft.com/office/drawing/2014/main" id="{2FA0CD76-DB46-C196-D4C5-340484EE2E9D}"/>
              </a:ext>
            </a:extLst>
          </p:cNvPr>
          <p:cNvSpPr/>
          <p:nvPr/>
        </p:nvSpPr>
        <p:spPr>
          <a:xfrm>
            <a:off x="6611937" y="1907579"/>
            <a:ext cx="2951163" cy="11795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ModuleDataScaleEnvelope</a:t>
            </a:r>
            <a:endParaRPr lang="en-US" sz="1200" b="1" kern="100" dirty="0">
              <a:solidFill>
                <a:srgbClr val="00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SurveyId</a:t>
            </a:r>
            <a:endParaRPr lang="en-US" sz="1200" kern="100" dirty="0">
              <a:solidFill>
                <a:srgbClr val="00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u="sng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ModuleDataId</a:t>
            </a:r>
            <a:endParaRPr lang="en-US" sz="1200" u="sng" kern="100" dirty="0">
              <a:solidFill>
                <a:srgbClr val="00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EnvelopeSerialNumber</a:t>
            </a:r>
            <a:endParaRPr lang="en-US" sz="1200" kern="100" dirty="0">
              <a:solidFill>
                <a:srgbClr val="00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u="sng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SpeciesStrainId</a:t>
            </a:r>
            <a:endParaRPr lang="en-US" sz="1200" u="sng" kern="100" dirty="0">
              <a:solidFill>
                <a:srgbClr val="00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kern="100" dirty="0">
                <a:solidFill>
                  <a:srgbClr val="00000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TotalLengthInInches</a:t>
            </a:r>
            <a:endParaRPr lang="en-US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D3330A2B-926D-C6D3-0F2F-289098FEFD85}"/>
              </a:ext>
            </a:extLst>
          </p:cNvPr>
          <p:cNvCxnSpPr>
            <a:cxnSpLocks/>
            <a:stCxn id="74" idx="2"/>
            <a:endCxn id="13" idx="0"/>
          </p:cNvCxnSpPr>
          <p:nvPr/>
        </p:nvCxnSpPr>
        <p:spPr>
          <a:xfrm flipH="1">
            <a:off x="2757884" y="3087092"/>
            <a:ext cx="5329635" cy="102485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314E1EE5-B8F4-0384-53D7-9F6889886BBE}"/>
              </a:ext>
            </a:extLst>
          </p:cNvPr>
          <p:cNvCxnSpPr>
            <a:cxnSpLocks/>
            <a:stCxn id="74" idx="2"/>
            <a:endCxn id="7" idx="0"/>
          </p:cNvCxnSpPr>
          <p:nvPr/>
        </p:nvCxnSpPr>
        <p:spPr>
          <a:xfrm flipH="1">
            <a:off x="6468268" y="3087092"/>
            <a:ext cx="1619251" cy="1000044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Explosion: 8 Points 10">
            <a:extLst>
              <a:ext uri="{FF2B5EF4-FFF2-40B4-BE49-F238E27FC236}">
                <a16:creationId xmlns:a16="http://schemas.microsoft.com/office/drawing/2014/main" id="{D98E4A45-0018-5F03-5065-F0A923C330A4}"/>
              </a:ext>
            </a:extLst>
          </p:cNvPr>
          <p:cNvSpPr/>
          <p:nvPr/>
        </p:nvSpPr>
        <p:spPr>
          <a:xfrm>
            <a:off x="7801766" y="3280489"/>
            <a:ext cx="2266950" cy="1703029"/>
          </a:xfrm>
          <a:prstGeom prst="irregularSeal1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Need to confirm these joins once we have new data entered</a:t>
            </a:r>
          </a:p>
        </p:txBody>
      </p:sp>
      <p:sp>
        <p:nvSpPr>
          <p:cNvPr id="19" name="Oval 1">
            <a:extLst>
              <a:ext uri="{FF2B5EF4-FFF2-40B4-BE49-F238E27FC236}">
                <a16:creationId xmlns:a16="http://schemas.microsoft.com/office/drawing/2014/main" id="{FBA945CC-AEDD-0620-C24B-67113119B74E}"/>
              </a:ext>
            </a:extLst>
          </p:cNvPr>
          <p:cNvSpPr/>
          <p:nvPr/>
        </p:nvSpPr>
        <p:spPr>
          <a:xfrm>
            <a:off x="5710235" y="5331538"/>
            <a:ext cx="1516063" cy="1179512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FISH_query</a:t>
            </a:r>
            <a:endParaRPr lang="en-US" sz="1200" b="1" kern="100" dirty="0">
              <a:solidFill>
                <a:srgbClr val="000000"/>
              </a:solidFill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935B0AB-F975-EC12-028C-C8C4073DD8AA}"/>
              </a:ext>
            </a:extLst>
          </p:cNvPr>
          <p:cNvCxnSpPr>
            <a:cxnSpLocks/>
            <a:stCxn id="19" idx="0"/>
            <a:endCxn id="7" idx="2"/>
          </p:cNvCxnSpPr>
          <p:nvPr/>
        </p:nvCxnSpPr>
        <p:spPr>
          <a:xfrm flipV="1">
            <a:off x="6468267" y="4879855"/>
            <a:ext cx="1" cy="4516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4144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EC770-ABF2-E7DB-48BD-27DD73AAC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ADB27A-A354-2A95-0493-8B923E5DB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RSD</a:t>
            </a:r>
          </a:p>
        </p:txBody>
      </p:sp>
      <p:sp>
        <p:nvSpPr>
          <p:cNvPr id="13" name="Oval 1">
            <a:extLst>
              <a:ext uri="{FF2B5EF4-FFF2-40B4-BE49-F238E27FC236}">
                <a16:creationId xmlns:a16="http://schemas.microsoft.com/office/drawing/2014/main" id="{2079E76D-952B-11A9-1116-CD85142B68BB}"/>
              </a:ext>
            </a:extLst>
          </p:cNvPr>
          <p:cNvSpPr/>
          <p:nvPr/>
        </p:nvSpPr>
        <p:spPr>
          <a:xfrm>
            <a:off x="2924096" y="3673156"/>
            <a:ext cx="2266949" cy="161829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Gabelhouse_RSD_lengths.csv</a:t>
            </a:r>
            <a:endParaRPr lang="en-US" sz="1200" u="sng" kern="100" dirty="0">
              <a:solidFill>
                <a:srgbClr val="00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u="sng" kern="100" dirty="0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Species</a:t>
            </a:r>
          </a:p>
          <a:p>
            <a:pPr algn="ctr"/>
            <a:r>
              <a:rPr lang="en-US" sz="1200" kern="100" dirty="0">
                <a:solidFill>
                  <a:srgbClr val="00000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Stock.in</a:t>
            </a:r>
          </a:p>
          <a:p>
            <a:pPr algn="ctr"/>
            <a:r>
              <a:rPr lang="en-US" sz="1200" kern="100" dirty="0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Quality.in</a:t>
            </a:r>
          </a:p>
          <a:p>
            <a:pPr algn="ctr"/>
            <a:r>
              <a:rPr lang="en-US" sz="1200" kern="100" dirty="0">
                <a:solidFill>
                  <a:srgbClr val="00000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Preferred.in</a:t>
            </a:r>
          </a:p>
          <a:p>
            <a:pPr algn="ctr"/>
            <a:r>
              <a:rPr lang="en-US" sz="1200" kern="100" dirty="0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Memorable.in</a:t>
            </a:r>
          </a:p>
          <a:p>
            <a:pPr algn="ctr"/>
            <a:r>
              <a:rPr lang="en-US" sz="1200" kern="100" dirty="0">
                <a:solidFill>
                  <a:srgbClr val="00000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Trophy.in</a:t>
            </a:r>
            <a:endParaRPr lang="en-US" sz="1200" kern="100" dirty="0">
              <a:solidFill>
                <a:srgbClr val="00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63CA7C3-AE98-69BE-AC0A-6A4141EBCDEA}"/>
              </a:ext>
            </a:extLst>
          </p:cNvPr>
          <p:cNvCxnSpPr>
            <a:cxnSpLocks/>
            <a:stCxn id="19" idx="4"/>
            <a:endCxn id="13" idx="0"/>
          </p:cNvCxnSpPr>
          <p:nvPr/>
        </p:nvCxnSpPr>
        <p:spPr>
          <a:xfrm>
            <a:off x="4040188" y="2675473"/>
            <a:ext cx="17383" cy="9976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val 1">
            <a:extLst>
              <a:ext uri="{FF2B5EF4-FFF2-40B4-BE49-F238E27FC236}">
                <a16:creationId xmlns:a16="http://schemas.microsoft.com/office/drawing/2014/main" id="{03579F9D-D5C9-CD07-D7FB-4B0CB3BA039D}"/>
              </a:ext>
            </a:extLst>
          </p:cNvPr>
          <p:cNvSpPr/>
          <p:nvPr/>
        </p:nvSpPr>
        <p:spPr>
          <a:xfrm>
            <a:off x="3282156" y="1495961"/>
            <a:ext cx="1516063" cy="1179512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lengthFreqByEffort</a:t>
            </a:r>
            <a:endParaRPr lang="en-US" sz="1200" b="1" kern="100" dirty="0">
              <a:solidFill>
                <a:srgbClr val="000000"/>
              </a:solidFill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936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E5FAD-35DA-FABB-FC20-95F5592CD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4CB11E-5E2E-302D-3DB2-2779B0D21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ageLengthSummary</a:t>
            </a:r>
            <a:endParaRPr lang="en-US" dirty="0"/>
          </a:p>
        </p:txBody>
      </p:sp>
      <p:sp>
        <p:nvSpPr>
          <p:cNvPr id="7" name="Oval 1">
            <a:extLst>
              <a:ext uri="{FF2B5EF4-FFF2-40B4-BE49-F238E27FC236}">
                <a16:creationId xmlns:a16="http://schemas.microsoft.com/office/drawing/2014/main" id="{738DB486-0B48-9129-FA57-EE80E82478D3}"/>
              </a:ext>
            </a:extLst>
          </p:cNvPr>
          <p:cNvSpPr/>
          <p:nvPr/>
        </p:nvSpPr>
        <p:spPr>
          <a:xfrm>
            <a:off x="4144961" y="3776699"/>
            <a:ext cx="1350963" cy="7927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ModuleData</a:t>
            </a:r>
            <a:endParaRPr lang="en-US" sz="1200" b="1" kern="100" dirty="0">
              <a:solidFill>
                <a:srgbClr val="00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u="sng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ModuleId</a:t>
            </a:r>
            <a:endParaRPr lang="en-US" sz="1200" u="sng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u="sng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ModuleDataId</a:t>
            </a:r>
            <a:endParaRPr lang="en-US" sz="1200" u="sng" kern="100" dirty="0">
              <a:solidFill>
                <a:srgbClr val="00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Oval 1">
            <a:extLst>
              <a:ext uri="{FF2B5EF4-FFF2-40B4-BE49-F238E27FC236}">
                <a16:creationId xmlns:a16="http://schemas.microsoft.com/office/drawing/2014/main" id="{DEE262BF-C7FB-C80B-4CC8-AF427622E89B}"/>
              </a:ext>
            </a:extLst>
          </p:cNvPr>
          <p:cNvSpPr/>
          <p:nvPr/>
        </p:nvSpPr>
        <p:spPr>
          <a:xfrm>
            <a:off x="488155" y="3792257"/>
            <a:ext cx="1350963" cy="7927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SpeciesStrain</a:t>
            </a:r>
            <a:endParaRPr lang="en-US" sz="1200" b="1" kern="100" dirty="0">
              <a:solidFill>
                <a:srgbClr val="00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u="sng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SpeciesStrainId</a:t>
            </a:r>
            <a:endParaRPr lang="en-US" sz="1200" u="sng" kern="100" dirty="0">
              <a:solidFill>
                <a:srgbClr val="00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kern="100" dirty="0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Species</a:t>
            </a:r>
          </a:p>
          <a:p>
            <a:pPr algn="ctr"/>
            <a:r>
              <a:rPr lang="en-US" sz="1200" kern="100" dirty="0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Strain</a:t>
            </a:r>
            <a:endParaRPr lang="en-US" sz="1200" u="sng" kern="100" dirty="0">
              <a:solidFill>
                <a:srgbClr val="00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8DDD03D-E990-2194-A4DB-C8F10444FA50}"/>
              </a:ext>
            </a:extLst>
          </p:cNvPr>
          <p:cNvCxnSpPr>
            <a:cxnSpLocks/>
            <a:stCxn id="2" idx="2"/>
            <a:endCxn id="13" idx="0"/>
          </p:cNvCxnSpPr>
          <p:nvPr/>
        </p:nvCxnSpPr>
        <p:spPr>
          <a:xfrm flipH="1">
            <a:off x="1163637" y="3263900"/>
            <a:ext cx="675482" cy="5283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Oval 1">
            <a:extLst>
              <a:ext uri="{FF2B5EF4-FFF2-40B4-BE49-F238E27FC236}">
                <a16:creationId xmlns:a16="http://schemas.microsoft.com/office/drawing/2014/main" id="{2B178FF1-30AE-DFFC-19AF-E9CF6A50FC41}"/>
              </a:ext>
            </a:extLst>
          </p:cNvPr>
          <p:cNvSpPr/>
          <p:nvPr/>
        </p:nvSpPr>
        <p:spPr>
          <a:xfrm>
            <a:off x="4399038" y="5290143"/>
            <a:ext cx="1516063" cy="1179512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FISH_query</a:t>
            </a:r>
            <a:endParaRPr lang="en-US" sz="1200" b="1" kern="100" dirty="0">
              <a:solidFill>
                <a:srgbClr val="000000"/>
              </a:solidFill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u="sng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ModuleId</a:t>
            </a:r>
            <a:endParaRPr lang="en-US" sz="1200" u="sng" kern="100" dirty="0">
              <a:solidFill>
                <a:srgbClr val="00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u="sng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SurveyId</a:t>
            </a:r>
            <a:endParaRPr lang="en-US" sz="1200" u="sng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30920DD-6278-7159-0D80-291D8AE9D9B4}"/>
              </a:ext>
            </a:extLst>
          </p:cNvPr>
          <p:cNvCxnSpPr>
            <a:cxnSpLocks/>
            <a:stCxn id="7" idx="2"/>
            <a:endCxn id="25" idx="0"/>
          </p:cNvCxnSpPr>
          <p:nvPr/>
        </p:nvCxnSpPr>
        <p:spPr>
          <a:xfrm>
            <a:off x="4820443" y="4569418"/>
            <a:ext cx="336627" cy="7207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BC67D152-E33D-B84F-C18B-FB954C82EA71}"/>
              </a:ext>
            </a:extLst>
          </p:cNvPr>
          <p:cNvCxnSpPr>
            <a:cxnSpLocks/>
            <a:stCxn id="2" idx="2"/>
            <a:endCxn id="7" idx="0"/>
          </p:cNvCxnSpPr>
          <p:nvPr/>
        </p:nvCxnSpPr>
        <p:spPr>
          <a:xfrm>
            <a:off x="1839119" y="3263900"/>
            <a:ext cx="2981324" cy="5127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1036EC3D-1D78-C254-2687-3311AA086CE2}"/>
              </a:ext>
            </a:extLst>
          </p:cNvPr>
          <p:cNvSpPr/>
          <p:nvPr/>
        </p:nvSpPr>
        <p:spPr>
          <a:xfrm>
            <a:off x="363537" y="1789012"/>
            <a:ext cx="2951163" cy="14748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ModuleDataScaleEnvelope</a:t>
            </a:r>
            <a:endParaRPr lang="en-US" sz="1200" b="1" kern="100" dirty="0">
              <a:solidFill>
                <a:srgbClr val="00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SurveyId</a:t>
            </a:r>
            <a:endParaRPr lang="en-US" sz="1200" kern="100" dirty="0">
              <a:solidFill>
                <a:srgbClr val="00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ModuleDataId</a:t>
            </a:r>
            <a:endParaRPr lang="en-US" sz="1200" kern="100" dirty="0">
              <a:solidFill>
                <a:srgbClr val="000000"/>
              </a:solidFill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EnvelopeSerialNumber</a:t>
            </a:r>
            <a:endParaRPr lang="en-US" sz="1200" kern="100" dirty="0">
              <a:solidFill>
                <a:srgbClr val="00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SpeciesStrainId</a:t>
            </a:r>
            <a:endParaRPr lang="en-US" sz="1200" kern="100" dirty="0">
              <a:solidFill>
                <a:srgbClr val="000000"/>
              </a:solidFill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kern="100" dirty="0">
                <a:solidFill>
                  <a:srgbClr val="00000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TotalLengthInInches</a:t>
            </a:r>
          </a:p>
          <a:p>
            <a:pPr algn="ctr"/>
            <a:r>
              <a:rPr lang="en-US" sz="1200" u="sng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AgeClassId</a:t>
            </a:r>
            <a:endParaRPr lang="en-US" sz="1200" u="sng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Oval 1">
            <a:extLst>
              <a:ext uri="{FF2B5EF4-FFF2-40B4-BE49-F238E27FC236}">
                <a16:creationId xmlns:a16="http://schemas.microsoft.com/office/drawing/2014/main" id="{724BE42C-3A49-4BBD-1C91-2B73DEB7EBD2}"/>
              </a:ext>
            </a:extLst>
          </p:cNvPr>
          <p:cNvSpPr/>
          <p:nvPr/>
        </p:nvSpPr>
        <p:spPr>
          <a:xfrm>
            <a:off x="2305049" y="3776699"/>
            <a:ext cx="1350963" cy="7927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AgeClass</a:t>
            </a:r>
            <a:endParaRPr lang="en-US" sz="1200" b="1" kern="100" dirty="0">
              <a:solidFill>
                <a:srgbClr val="00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u="sng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AgeClassId</a:t>
            </a:r>
            <a:endParaRPr lang="en-US" sz="1200" u="sng" kern="100" dirty="0">
              <a:solidFill>
                <a:srgbClr val="00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kern="100" dirty="0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Descriptions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B3C9D13-EC2A-D8FE-5020-478C962A2E50}"/>
              </a:ext>
            </a:extLst>
          </p:cNvPr>
          <p:cNvCxnSpPr>
            <a:cxnSpLocks/>
            <a:stCxn id="2" idx="2"/>
            <a:endCxn id="3" idx="0"/>
          </p:cNvCxnSpPr>
          <p:nvPr/>
        </p:nvCxnSpPr>
        <p:spPr>
          <a:xfrm>
            <a:off x="1839119" y="3263900"/>
            <a:ext cx="1141412" cy="5127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Oval 1">
            <a:extLst>
              <a:ext uri="{FF2B5EF4-FFF2-40B4-BE49-F238E27FC236}">
                <a16:creationId xmlns:a16="http://schemas.microsoft.com/office/drawing/2014/main" id="{3B9536FD-AA33-FD98-4295-D67D0C0CA61A}"/>
              </a:ext>
            </a:extLst>
          </p:cNvPr>
          <p:cNvSpPr/>
          <p:nvPr/>
        </p:nvSpPr>
        <p:spPr>
          <a:xfrm>
            <a:off x="4399038" y="1876461"/>
            <a:ext cx="2951163" cy="11795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ModuleDataCatchSampleByInchGroup</a:t>
            </a:r>
            <a:endParaRPr lang="en-US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u="sng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ModuleDataId</a:t>
            </a:r>
            <a:endParaRPr lang="en-US" sz="1200" u="sng" kern="100" dirty="0">
              <a:solidFill>
                <a:srgbClr val="00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u="sng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SpeciesStrainId</a:t>
            </a:r>
            <a:endParaRPr lang="en-US" sz="1200" u="sng" kern="100" dirty="0">
              <a:solidFill>
                <a:srgbClr val="00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InchGroup</a:t>
            </a:r>
            <a:endParaRPr lang="en-US" sz="1200" kern="100" dirty="0">
              <a:solidFill>
                <a:srgbClr val="000000"/>
              </a:solidFill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NumberCaughtUnmarked</a:t>
            </a:r>
            <a:endParaRPr lang="en-US" sz="1200" kern="100" dirty="0">
              <a:solidFill>
                <a:srgbClr val="000000"/>
              </a:solidFill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kern="100" dirty="0" err="1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NumberCaughtMarked</a:t>
            </a:r>
            <a:endParaRPr lang="en-US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9DB5F63-3404-5507-1BB5-58E79FE00B0A}"/>
              </a:ext>
            </a:extLst>
          </p:cNvPr>
          <p:cNvCxnSpPr>
            <a:cxnSpLocks/>
            <a:stCxn id="11" idx="2"/>
            <a:endCxn id="7" idx="0"/>
          </p:cNvCxnSpPr>
          <p:nvPr/>
        </p:nvCxnSpPr>
        <p:spPr>
          <a:xfrm flipH="1">
            <a:off x="4820443" y="3055974"/>
            <a:ext cx="1054177" cy="72072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8DF40E1-B77B-B4EE-4069-0D3CE97B51F1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 flipH="1">
            <a:off x="1163637" y="3055974"/>
            <a:ext cx="4710983" cy="7362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4178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570</TotalTime>
  <Words>212</Words>
  <Application>Microsoft Office PowerPoint</Application>
  <PresentationFormat>Widescreen</PresentationFormat>
  <Paragraphs>145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Overall workflow</vt:lpstr>
      <vt:lpstr>FISH_query</vt:lpstr>
      <vt:lpstr>catchByEffort</vt:lpstr>
      <vt:lpstr>lengthFreqByEffort</vt:lpstr>
      <vt:lpstr>RSD</vt:lpstr>
      <vt:lpstr>ageLengthSummary</vt:lpstr>
    </vt:vector>
  </TitlesOfParts>
  <Company>State Of Michigan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Nathan, Lucas (DNR)</dc:creator>
  <cp:lastModifiedBy>Nathan, Lucas (DNR)</cp:lastModifiedBy>
  <cp:revision>1</cp:revision>
  <dcterms:created xsi:type="dcterms:W3CDTF">2026-06-25T15:10:41Z</dcterms:created>
  <dcterms:modified xsi:type="dcterms:W3CDTF">2026-10-05T14:43:29Z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a2fed65-62e7-46ea-af74-187e0c17143a_Enabled">
    <vt:lpwstr>true</vt:lpwstr>
  </property>
  <property fmtid="{D5CDD505-2E9C-101B-9397-08002B2CF9AE}" pid="3" name="MSIP_Label_3a2fed65-62e7-46ea-af74-187e0c17143a_SetDate">
    <vt:lpwstr>2026-06-25T15:59:42Z</vt:lpwstr>
  </property>
  <property fmtid="{D5CDD505-2E9C-101B-9397-08002B2CF9AE}" pid="4" name="MSIP_Label_3a2fed65-62e7-46ea-af74-187e0c17143a_Method">
    <vt:lpwstr>Privileged</vt:lpwstr>
  </property>
  <property fmtid="{D5CDD505-2E9C-101B-9397-08002B2CF9AE}" pid="5" name="MSIP_Label_3a2fed65-62e7-46ea-af74-187e0c17143a_Name">
    <vt:lpwstr>3a2fed65-62e7-46ea-af74-187e0c17143a</vt:lpwstr>
  </property>
  <property fmtid="{D5CDD505-2E9C-101B-9397-08002B2CF9AE}" pid="6" name="MSIP_Label_3a2fed65-62e7-46ea-af74-187e0c17143a_SiteId">
    <vt:lpwstr>d5fb7087-3777-42ad-966a-892ef47225d1</vt:lpwstr>
  </property>
  <property fmtid="{D5CDD505-2E9C-101B-9397-08002B2CF9AE}" pid="7" name="MSIP_Label_3a2fed65-62e7-46ea-af74-187e0c17143a_ActionId">
    <vt:lpwstr>1e348e7f-edbf-47f3-8cd7-213c5f6f68ae</vt:lpwstr>
  </property>
  <property fmtid="{D5CDD505-2E9C-101B-9397-08002B2CF9AE}" pid="8" name="MSIP_Label_3a2fed65-62e7-46ea-af74-187e0c17143a_ContentBits">
    <vt:lpwstr>0</vt:lpwstr>
  </property>
  <property fmtid="{D5CDD505-2E9C-101B-9397-08002B2CF9AE}" pid="9" name="MSIP_Label_3a2fed65-62e7-46ea-af74-187e0c17143a_Tag">
    <vt:lpwstr>10, 0, 1, 1</vt:lpwstr>
  </property>
</Properties>
</file>